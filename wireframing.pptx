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6" r:id="rId3"/>
    <p:sldId id="258" r:id="rId4"/>
  </p:sldIdLst>
  <p:sldSz cx="12192000" cy="104584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D1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03" autoAdjust="0"/>
    <p:restoredTop sz="94660"/>
  </p:normalViewPr>
  <p:slideViewPr>
    <p:cSldViewPr snapToGrid="0">
      <p:cViewPr>
        <p:scale>
          <a:sx n="125" d="100"/>
          <a:sy n="125" d="100"/>
        </p:scale>
        <p:origin x="-216" y="-6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711604"/>
            <a:ext cx="10363200" cy="3641090"/>
          </a:xfrm>
        </p:spPr>
        <p:txBody>
          <a:bodyPr anchor="b"/>
          <a:lstStyle>
            <a:lvl1pPr algn="ctr">
              <a:defRPr sz="8000"/>
            </a:lvl1pPr>
          </a:lstStyle>
          <a:p>
            <a:r>
              <a:rPr lang="en-US"/>
              <a:t>Click to edit Master title style</a:t>
            </a:r>
            <a:endParaRPr lang="en-US" dirty="0"/>
          </a:p>
        </p:txBody>
      </p:sp>
      <p:sp>
        <p:nvSpPr>
          <p:cNvPr id="3" name="Subtitle 2"/>
          <p:cNvSpPr>
            <a:spLocks noGrp="1"/>
          </p:cNvSpPr>
          <p:nvPr>
            <p:ph type="subTitle" idx="1"/>
          </p:nvPr>
        </p:nvSpPr>
        <p:spPr>
          <a:xfrm>
            <a:off x="1524000" y="5493108"/>
            <a:ext cx="9144000" cy="2525037"/>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54BCB95-910A-4F3B-B592-4660AB993B82}" type="datetimeFigureOut">
              <a:rPr lang="en-RW" smtClean="0"/>
              <a:t>04/05/2025</a:t>
            </a:fld>
            <a:endParaRPr lang="en-RW" dirty="0"/>
          </a:p>
        </p:txBody>
      </p:sp>
      <p:sp>
        <p:nvSpPr>
          <p:cNvPr id="5" name="Footer Placeholder 4"/>
          <p:cNvSpPr>
            <a:spLocks noGrp="1"/>
          </p:cNvSpPr>
          <p:nvPr>
            <p:ph type="ftr" sz="quarter" idx="11"/>
          </p:nvPr>
        </p:nvSpPr>
        <p:spPr/>
        <p:txBody>
          <a:bodyPr/>
          <a:lstStyle/>
          <a:p>
            <a:endParaRPr lang="en-RW" dirty="0"/>
          </a:p>
        </p:txBody>
      </p:sp>
      <p:sp>
        <p:nvSpPr>
          <p:cNvPr id="6" name="Slide Number Placeholder 5"/>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4222190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4BCB95-910A-4F3B-B592-4660AB993B82}" type="datetimeFigureOut">
              <a:rPr lang="en-RW" smtClean="0"/>
              <a:t>04/05/2025</a:t>
            </a:fld>
            <a:endParaRPr lang="en-RW" dirty="0"/>
          </a:p>
        </p:txBody>
      </p:sp>
      <p:sp>
        <p:nvSpPr>
          <p:cNvPr id="5" name="Footer Placeholder 4"/>
          <p:cNvSpPr>
            <a:spLocks noGrp="1"/>
          </p:cNvSpPr>
          <p:nvPr>
            <p:ph type="ftr" sz="quarter" idx="11"/>
          </p:nvPr>
        </p:nvSpPr>
        <p:spPr/>
        <p:txBody>
          <a:bodyPr/>
          <a:lstStyle/>
          <a:p>
            <a:endParaRPr lang="en-RW" dirty="0"/>
          </a:p>
        </p:txBody>
      </p:sp>
      <p:sp>
        <p:nvSpPr>
          <p:cNvPr id="6" name="Slide Number Placeholder 5"/>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3706565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2607353"/>
            <a:ext cx="10515600" cy="4350424"/>
          </a:xfrm>
        </p:spPr>
        <p:txBody>
          <a:bodyPr anchor="b"/>
          <a:lstStyle>
            <a:lvl1pPr>
              <a:defRPr sz="8000"/>
            </a:lvl1pPr>
          </a:lstStyle>
          <a:p>
            <a:r>
              <a:rPr lang="en-US"/>
              <a:t>Click to edit Master title style</a:t>
            </a:r>
            <a:endParaRPr lang="en-US" dirty="0"/>
          </a:p>
        </p:txBody>
      </p:sp>
      <p:sp>
        <p:nvSpPr>
          <p:cNvPr id="3" name="Text Placeholder 2"/>
          <p:cNvSpPr>
            <a:spLocks noGrp="1"/>
          </p:cNvSpPr>
          <p:nvPr>
            <p:ph type="body" idx="1"/>
          </p:nvPr>
        </p:nvSpPr>
        <p:spPr>
          <a:xfrm>
            <a:off x="831851" y="6998933"/>
            <a:ext cx="10515600" cy="2287785"/>
          </a:xfrm>
        </p:spPr>
        <p:txBody>
          <a:bodyPr/>
          <a:lstStyle>
            <a:lvl1pPr marL="0" indent="0">
              <a:buNone/>
              <a:defRPr sz="3200">
                <a:solidFill>
                  <a:schemeClr val="tx1">
                    <a:tint val="82000"/>
                  </a:schemeClr>
                </a:solidFill>
              </a:defRPr>
            </a:lvl1pPr>
            <a:lvl2pPr marL="609585" indent="0">
              <a:buNone/>
              <a:defRPr sz="2667">
                <a:solidFill>
                  <a:schemeClr val="tx1">
                    <a:tint val="82000"/>
                  </a:schemeClr>
                </a:solidFill>
              </a:defRPr>
            </a:lvl2pPr>
            <a:lvl3pPr marL="1219170" indent="0">
              <a:buNone/>
              <a:defRPr sz="2400">
                <a:solidFill>
                  <a:schemeClr val="tx1">
                    <a:tint val="82000"/>
                  </a:schemeClr>
                </a:solidFill>
              </a:defRPr>
            </a:lvl3pPr>
            <a:lvl4pPr marL="1828754" indent="0">
              <a:buNone/>
              <a:defRPr sz="2133">
                <a:solidFill>
                  <a:schemeClr val="tx1">
                    <a:tint val="82000"/>
                  </a:schemeClr>
                </a:solidFill>
              </a:defRPr>
            </a:lvl4pPr>
            <a:lvl5pPr marL="2438339" indent="0">
              <a:buNone/>
              <a:defRPr sz="2133">
                <a:solidFill>
                  <a:schemeClr val="tx1">
                    <a:tint val="82000"/>
                  </a:schemeClr>
                </a:solidFill>
              </a:defRPr>
            </a:lvl5pPr>
            <a:lvl6pPr marL="3047924" indent="0">
              <a:buNone/>
              <a:defRPr sz="2133">
                <a:solidFill>
                  <a:schemeClr val="tx1">
                    <a:tint val="82000"/>
                  </a:schemeClr>
                </a:solidFill>
              </a:defRPr>
            </a:lvl6pPr>
            <a:lvl7pPr marL="3657509" indent="0">
              <a:buNone/>
              <a:defRPr sz="2133">
                <a:solidFill>
                  <a:schemeClr val="tx1">
                    <a:tint val="82000"/>
                  </a:schemeClr>
                </a:solidFill>
              </a:defRPr>
            </a:lvl7pPr>
            <a:lvl8pPr marL="4267093" indent="0">
              <a:buNone/>
              <a:defRPr sz="2133">
                <a:solidFill>
                  <a:schemeClr val="tx1">
                    <a:tint val="82000"/>
                  </a:schemeClr>
                </a:solidFill>
              </a:defRPr>
            </a:lvl8pPr>
            <a:lvl9pPr marL="4876678" indent="0">
              <a:buNone/>
              <a:defRPr sz="2133">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4BCB95-910A-4F3B-B592-4660AB993B82}" type="datetimeFigureOut">
              <a:rPr lang="en-RW" smtClean="0"/>
              <a:t>04/05/2025</a:t>
            </a:fld>
            <a:endParaRPr lang="en-RW" dirty="0"/>
          </a:p>
        </p:txBody>
      </p:sp>
      <p:sp>
        <p:nvSpPr>
          <p:cNvPr id="5" name="Footer Placeholder 4"/>
          <p:cNvSpPr>
            <a:spLocks noGrp="1"/>
          </p:cNvSpPr>
          <p:nvPr>
            <p:ph type="ftr" sz="quarter" idx="11"/>
          </p:nvPr>
        </p:nvSpPr>
        <p:spPr/>
        <p:txBody>
          <a:bodyPr/>
          <a:lstStyle/>
          <a:p>
            <a:endParaRPr lang="en-RW" dirty="0"/>
          </a:p>
        </p:txBody>
      </p:sp>
      <p:sp>
        <p:nvSpPr>
          <p:cNvPr id="6" name="Slide Number Placeholder 5"/>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2822052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2784078"/>
            <a:ext cx="5181600" cy="66357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784078"/>
            <a:ext cx="5181600" cy="66357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4BCB95-910A-4F3B-B592-4660AB993B82}" type="datetimeFigureOut">
              <a:rPr lang="en-RW" smtClean="0"/>
              <a:t>04/05/2025</a:t>
            </a:fld>
            <a:endParaRPr lang="en-RW" dirty="0"/>
          </a:p>
        </p:txBody>
      </p:sp>
      <p:sp>
        <p:nvSpPr>
          <p:cNvPr id="6" name="Footer Placeholder 5"/>
          <p:cNvSpPr>
            <a:spLocks noGrp="1"/>
          </p:cNvSpPr>
          <p:nvPr>
            <p:ph type="ftr" sz="quarter" idx="11"/>
          </p:nvPr>
        </p:nvSpPr>
        <p:spPr/>
        <p:txBody>
          <a:bodyPr/>
          <a:lstStyle/>
          <a:p>
            <a:endParaRPr lang="en-RW" dirty="0"/>
          </a:p>
        </p:txBody>
      </p:sp>
      <p:sp>
        <p:nvSpPr>
          <p:cNvPr id="7" name="Slide Number Placeholder 6"/>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3642855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556818"/>
            <a:ext cx="10515600" cy="2021484"/>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2563773"/>
            <a:ext cx="5157787" cy="1256466"/>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839789" y="3820239"/>
            <a:ext cx="5157787" cy="561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2563773"/>
            <a:ext cx="5183188" cy="1256466"/>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72201" y="3820239"/>
            <a:ext cx="5183188" cy="561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4BCB95-910A-4F3B-B592-4660AB993B82}" type="datetimeFigureOut">
              <a:rPr lang="en-RW" smtClean="0"/>
              <a:t>04/05/2025</a:t>
            </a:fld>
            <a:endParaRPr lang="en-RW" dirty="0"/>
          </a:p>
        </p:txBody>
      </p:sp>
      <p:sp>
        <p:nvSpPr>
          <p:cNvPr id="8" name="Footer Placeholder 7"/>
          <p:cNvSpPr>
            <a:spLocks noGrp="1"/>
          </p:cNvSpPr>
          <p:nvPr>
            <p:ph type="ftr" sz="quarter" idx="11"/>
          </p:nvPr>
        </p:nvSpPr>
        <p:spPr/>
        <p:txBody>
          <a:bodyPr/>
          <a:lstStyle/>
          <a:p>
            <a:endParaRPr lang="en-RW" dirty="0"/>
          </a:p>
        </p:txBody>
      </p:sp>
      <p:sp>
        <p:nvSpPr>
          <p:cNvPr id="9" name="Slide Number Placeholder 8"/>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3077103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4BCB95-910A-4F3B-B592-4660AB993B82}" type="datetimeFigureOut">
              <a:rPr lang="en-RW" smtClean="0"/>
              <a:t>04/05/2025</a:t>
            </a:fld>
            <a:endParaRPr lang="en-RW" dirty="0"/>
          </a:p>
        </p:txBody>
      </p:sp>
      <p:sp>
        <p:nvSpPr>
          <p:cNvPr id="4" name="Footer Placeholder 3"/>
          <p:cNvSpPr>
            <a:spLocks noGrp="1"/>
          </p:cNvSpPr>
          <p:nvPr>
            <p:ph type="ftr" sz="quarter" idx="11"/>
          </p:nvPr>
        </p:nvSpPr>
        <p:spPr/>
        <p:txBody>
          <a:bodyPr/>
          <a:lstStyle/>
          <a:p>
            <a:endParaRPr lang="en-RW" dirty="0"/>
          </a:p>
        </p:txBody>
      </p:sp>
      <p:sp>
        <p:nvSpPr>
          <p:cNvPr id="5" name="Slide Number Placeholder 4"/>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3989414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4BCB95-910A-4F3B-B592-4660AB993B82}" type="datetimeFigureOut">
              <a:rPr lang="en-RW" smtClean="0"/>
              <a:t>04/05/2025</a:t>
            </a:fld>
            <a:endParaRPr lang="en-RW" dirty="0"/>
          </a:p>
        </p:txBody>
      </p:sp>
      <p:sp>
        <p:nvSpPr>
          <p:cNvPr id="3" name="Footer Placeholder 2"/>
          <p:cNvSpPr>
            <a:spLocks noGrp="1"/>
          </p:cNvSpPr>
          <p:nvPr>
            <p:ph type="ftr" sz="quarter" idx="11"/>
          </p:nvPr>
        </p:nvSpPr>
        <p:spPr/>
        <p:txBody>
          <a:bodyPr/>
          <a:lstStyle/>
          <a:p>
            <a:endParaRPr lang="en-RW" dirty="0"/>
          </a:p>
        </p:txBody>
      </p:sp>
      <p:sp>
        <p:nvSpPr>
          <p:cNvPr id="4" name="Slide Number Placeholder 3"/>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3121628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97230"/>
            <a:ext cx="3932237" cy="2440305"/>
          </a:xfrm>
        </p:spPr>
        <p:txBody>
          <a:bodyPr anchor="b"/>
          <a:lstStyle>
            <a:lvl1pPr>
              <a:defRPr sz="4267"/>
            </a:lvl1pPr>
          </a:lstStyle>
          <a:p>
            <a:r>
              <a:rPr lang="en-US"/>
              <a:t>Click to edit Master title style</a:t>
            </a:r>
            <a:endParaRPr lang="en-US" dirty="0"/>
          </a:p>
        </p:txBody>
      </p:sp>
      <p:sp>
        <p:nvSpPr>
          <p:cNvPr id="3" name="Content Placeholder 2"/>
          <p:cNvSpPr>
            <a:spLocks noGrp="1"/>
          </p:cNvSpPr>
          <p:nvPr>
            <p:ph idx="1"/>
          </p:nvPr>
        </p:nvSpPr>
        <p:spPr>
          <a:xfrm>
            <a:off x="5183188" y="1505825"/>
            <a:ext cx="6172200" cy="7432278"/>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3137535"/>
            <a:ext cx="3932237" cy="5812672"/>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754BCB95-910A-4F3B-B592-4660AB993B82}" type="datetimeFigureOut">
              <a:rPr lang="en-RW" smtClean="0"/>
              <a:t>04/05/2025</a:t>
            </a:fld>
            <a:endParaRPr lang="en-RW" dirty="0"/>
          </a:p>
        </p:txBody>
      </p:sp>
      <p:sp>
        <p:nvSpPr>
          <p:cNvPr id="6" name="Footer Placeholder 5"/>
          <p:cNvSpPr>
            <a:spLocks noGrp="1"/>
          </p:cNvSpPr>
          <p:nvPr>
            <p:ph type="ftr" sz="quarter" idx="11"/>
          </p:nvPr>
        </p:nvSpPr>
        <p:spPr/>
        <p:txBody>
          <a:bodyPr/>
          <a:lstStyle/>
          <a:p>
            <a:endParaRPr lang="en-RW" dirty="0"/>
          </a:p>
        </p:txBody>
      </p:sp>
      <p:sp>
        <p:nvSpPr>
          <p:cNvPr id="7" name="Slide Number Placeholder 6"/>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1891581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97230"/>
            <a:ext cx="3932237" cy="2440305"/>
          </a:xfrm>
        </p:spPr>
        <p:txBody>
          <a:bodyPr anchor="b"/>
          <a:lstStyle>
            <a:lvl1pPr>
              <a:defRPr sz="4267"/>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1505825"/>
            <a:ext cx="6172200" cy="7432278"/>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dirty="0"/>
              <a:t>Click icon to add picture</a:t>
            </a:r>
          </a:p>
        </p:txBody>
      </p:sp>
      <p:sp>
        <p:nvSpPr>
          <p:cNvPr id="4" name="Text Placeholder 3"/>
          <p:cNvSpPr>
            <a:spLocks noGrp="1"/>
          </p:cNvSpPr>
          <p:nvPr>
            <p:ph type="body" sz="half" idx="2"/>
          </p:nvPr>
        </p:nvSpPr>
        <p:spPr>
          <a:xfrm>
            <a:off x="839788" y="3137535"/>
            <a:ext cx="3932237" cy="5812672"/>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754BCB95-910A-4F3B-B592-4660AB993B82}" type="datetimeFigureOut">
              <a:rPr lang="en-RW" smtClean="0"/>
              <a:t>04/05/2025</a:t>
            </a:fld>
            <a:endParaRPr lang="en-RW" dirty="0"/>
          </a:p>
        </p:txBody>
      </p:sp>
      <p:sp>
        <p:nvSpPr>
          <p:cNvPr id="6" name="Footer Placeholder 5"/>
          <p:cNvSpPr>
            <a:spLocks noGrp="1"/>
          </p:cNvSpPr>
          <p:nvPr>
            <p:ph type="ftr" sz="quarter" idx="11"/>
          </p:nvPr>
        </p:nvSpPr>
        <p:spPr/>
        <p:txBody>
          <a:bodyPr/>
          <a:lstStyle/>
          <a:p>
            <a:endParaRPr lang="en-RW" dirty="0"/>
          </a:p>
        </p:txBody>
      </p:sp>
      <p:sp>
        <p:nvSpPr>
          <p:cNvPr id="7" name="Slide Number Placeholder 6"/>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610416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4BCB95-910A-4F3B-B592-4660AB993B82}" type="datetimeFigureOut">
              <a:rPr lang="en-RW" smtClean="0"/>
              <a:t>04/05/2025</a:t>
            </a:fld>
            <a:endParaRPr lang="en-RW" dirty="0"/>
          </a:p>
        </p:txBody>
      </p:sp>
      <p:sp>
        <p:nvSpPr>
          <p:cNvPr id="5" name="Footer Placeholder 4"/>
          <p:cNvSpPr>
            <a:spLocks noGrp="1"/>
          </p:cNvSpPr>
          <p:nvPr>
            <p:ph type="ftr" sz="quarter" idx="11"/>
          </p:nvPr>
        </p:nvSpPr>
        <p:spPr/>
        <p:txBody>
          <a:bodyPr/>
          <a:lstStyle/>
          <a:p>
            <a:endParaRPr lang="en-RW" dirty="0"/>
          </a:p>
        </p:txBody>
      </p:sp>
      <p:sp>
        <p:nvSpPr>
          <p:cNvPr id="6" name="Slide Number Placeholder 5"/>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156682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556816"/>
            <a:ext cx="2628900" cy="886305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556816"/>
            <a:ext cx="7734300" cy="886305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4BCB95-910A-4F3B-B592-4660AB993B82}" type="datetimeFigureOut">
              <a:rPr lang="en-RW" smtClean="0"/>
              <a:t>04/05/2025</a:t>
            </a:fld>
            <a:endParaRPr lang="en-RW" dirty="0"/>
          </a:p>
        </p:txBody>
      </p:sp>
      <p:sp>
        <p:nvSpPr>
          <p:cNvPr id="5" name="Footer Placeholder 4"/>
          <p:cNvSpPr>
            <a:spLocks noGrp="1"/>
          </p:cNvSpPr>
          <p:nvPr>
            <p:ph type="ftr" sz="quarter" idx="11"/>
          </p:nvPr>
        </p:nvSpPr>
        <p:spPr/>
        <p:txBody>
          <a:bodyPr/>
          <a:lstStyle/>
          <a:p>
            <a:endParaRPr lang="en-RW" dirty="0"/>
          </a:p>
        </p:txBody>
      </p:sp>
      <p:sp>
        <p:nvSpPr>
          <p:cNvPr id="6" name="Slide Number Placeholder 5"/>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526567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556818"/>
            <a:ext cx="10515600" cy="202148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2784078"/>
            <a:ext cx="10515600" cy="66357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9693436"/>
            <a:ext cx="2743200" cy="556816"/>
          </a:xfrm>
          <a:prstGeom prst="rect">
            <a:avLst/>
          </a:prstGeom>
        </p:spPr>
        <p:txBody>
          <a:bodyPr vert="horz" lIns="91440" tIns="45720" rIns="91440" bIns="45720" rtlCol="0" anchor="ctr"/>
          <a:lstStyle>
            <a:lvl1pPr algn="l">
              <a:defRPr sz="1600">
                <a:solidFill>
                  <a:schemeClr val="tx1">
                    <a:tint val="82000"/>
                  </a:schemeClr>
                </a:solidFill>
              </a:defRPr>
            </a:lvl1pPr>
          </a:lstStyle>
          <a:p>
            <a:fld id="{754BCB95-910A-4F3B-B592-4660AB993B82}" type="datetimeFigureOut">
              <a:rPr lang="en-RW" smtClean="0"/>
              <a:t>04/05/2025</a:t>
            </a:fld>
            <a:endParaRPr lang="en-RW" dirty="0"/>
          </a:p>
        </p:txBody>
      </p:sp>
      <p:sp>
        <p:nvSpPr>
          <p:cNvPr id="5" name="Footer Placeholder 4"/>
          <p:cNvSpPr>
            <a:spLocks noGrp="1"/>
          </p:cNvSpPr>
          <p:nvPr>
            <p:ph type="ftr" sz="quarter" idx="3"/>
          </p:nvPr>
        </p:nvSpPr>
        <p:spPr>
          <a:xfrm>
            <a:off x="4038600" y="9693436"/>
            <a:ext cx="4114800" cy="556816"/>
          </a:xfrm>
          <a:prstGeom prst="rect">
            <a:avLst/>
          </a:prstGeom>
        </p:spPr>
        <p:txBody>
          <a:bodyPr vert="horz" lIns="91440" tIns="45720" rIns="91440" bIns="45720" rtlCol="0" anchor="ctr"/>
          <a:lstStyle>
            <a:lvl1pPr algn="ctr">
              <a:defRPr sz="1600">
                <a:solidFill>
                  <a:schemeClr val="tx1">
                    <a:tint val="82000"/>
                  </a:schemeClr>
                </a:solidFill>
              </a:defRPr>
            </a:lvl1pPr>
          </a:lstStyle>
          <a:p>
            <a:endParaRPr lang="en-RW" dirty="0"/>
          </a:p>
        </p:txBody>
      </p:sp>
      <p:sp>
        <p:nvSpPr>
          <p:cNvPr id="6" name="Slide Number Placeholder 5"/>
          <p:cNvSpPr>
            <a:spLocks noGrp="1"/>
          </p:cNvSpPr>
          <p:nvPr>
            <p:ph type="sldNum" sz="quarter" idx="4"/>
          </p:nvPr>
        </p:nvSpPr>
        <p:spPr>
          <a:xfrm>
            <a:off x="8610600" y="9693436"/>
            <a:ext cx="2743200" cy="556816"/>
          </a:xfrm>
          <a:prstGeom prst="rect">
            <a:avLst/>
          </a:prstGeom>
        </p:spPr>
        <p:txBody>
          <a:bodyPr vert="horz" lIns="91440" tIns="45720" rIns="91440" bIns="45720" rtlCol="0" anchor="ctr"/>
          <a:lstStyle>
            <a:lvl1pPr algn="r">
              <a:defRPr sz="1600">
                <a:solidFill>
                  <a:schemeClr val="tx1">
                    <a:tint val="82000"/>
                  </a:schemeClr>
                </a:solidFill>
              </a:defRPr>
            </a:lvl1pPr>
          </a:lstStyle>
          <a:p>
            <a:fld id="{FEB28D0A-8BC2-4435-8FE3-50A1DFF66D8E}" type="slidenum">
              <a:rPr lang="en-RW" smtClean="0"/>
              <a:t>‹#›</a:t>
            </a:fld>
            <a:endParaRPr lang="en-RW" dirty="0"/>
          </a:p>
        </p:txBody>
      </p:sp>
    </p:spTree>
    <p:extLst>
      <p:ext uri="{BB962C8B-B14F-4D97-AF65-F5344CB8AC3E}">
        <p14:creationId xmlns:p14="http://schemas.microsoft.com/office/powerpoint/2010/main" val="19634962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6140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688FEA-FF28-5625-B43B-DE5D4046D6DD}"/>
              </a:ext>
            </a:extLst>
          </p:cNvPr>
          <p:cNvSpPr/>
          <p:nvPr/>
        </p:nvSpPr>
        <p:spPr>
          <a:xfrm>
            <a:off x="502480" y="255018"/>
            <a:ext cx="11520000" cy="9351437"/>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lang="en-RW" dirty="0">
              <a:latin typeface="Helvetica 45 Light" panose="020B0500000000000000" pitchFamily="34" charset="0"/>
            </a:endParaRPr>
          </a:p>
        </p:txBody>
      </p:sp>
      <p:sp>
        <p:nvSpPr>
          <p:cNvPr id="47" name="Rectangle 46">
            <a:extLst>
              <a:ext uri="{FF2B5EF4-FFF2-40B4-BE49-F238E27FC236}">
                <a16:creationId xmlns:a16="http://schemas.microsoft.com/office/drawing/2014/main" id="{D8987DE5-678B-DE82-8DCB-E5DD637ED51C}"/>
              </a:ext>
            </a:extLst>
          </p:cNvPr>
          <p:cNvSpPr/>
          <p:nvPr/>
        </p:nvSpPr>
        <p:spPr>
          <a:xfrm>
            <a:off x="752701" y="405883"/>
            <a:ext cx="10988984" cy="90362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lang="en-RW" dirty="0">
              <a:latin typeface="Helvetica 45 Light" panose="020B0500000000000000" pitchFamily="34" charset="0"/>
            </a:endParaRPr>
          </a:p>
        </p:txBody>
      </p:sp>
      <p:sp>
        <p:nvSpPr>
          <p:cNvPr id="5" name="Rectangle 4">
            <a:extLst>
              <a:ext uri="{FF2B5EF4-FFF2-40B4-BE49-F238E27FC236}">
                <a16:creationId xmlns:a16="http://schemas.microsoft.com/office/drawing/2014/main" id="{F70B5749-87FF-82CE-9AAD-1D06717C2AD2}"/>
              </a:ext>
            </a:extLst>
          </p:cNvPr>
          <p:cNvSpPr/>
          <p:nvPr/>
        </p:nvSpPr>
        <p:spPr>
          <a:xfrm rot="16200000">
            <a:off x="-2760122" y="6343853"/>
            <a:ext cx="6022726" cy="5024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r>
              <a:rPr lang="en-US" sz="2400" dirty="0">
                <a:solidFill>
                  <a:srgbClr val="0070C0"/>
                </a:solidFill>
                <a:latin typeface="Helvetica 45 Light" panose="020B0500000000000000" pitchFamily="34" charset="0"/>
              </a:rPr>
              <a:t>home page</a:t>
            </a:r>
            <a:endParaRPr lang="en-RW" sz="2400" dirty="0">
              <a:solidFill>
                <a:srgbClr val="0070C0"/>
              </a:solidFill>
              <a:latin typeface="Helvetica 45 Light" panose="020B0500000000000000" pitchFamily="34" charset="0"/>
            </a:endParaRPr>
          </a:p>
        </p:txBody>
      </p:sp>
      <p:sp>
        <p:nvSpPr>
          <p:cNvPr id="6" name="Rectangle 5">
            <a:extLst>
              <a:ext uri="{FF2B5EF4-FFF2-40B4-BE49-F238E27FC236}">
                <a16:creationId xmlns:a16="http://schemas.microsoft.com/office/drawing/2014/main" id="{F9B85655-98A7-E098-FA97-A8B903EA6F41}"/>
              </a:ext>
            </a:extLst>
          </p:cNvPr>
          <p:cNvSpPr/>
          <p:nvPr/>
        </p:nvSpPr>
        <p:spPr>
          <a:xfrm>
            <a:off x="746275" y="405884"/>
            <a:ext cx="10988984" cy="52598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endParaRPr lang="en-RW" dirty="0">
              <a:solidFill>
                <a:schemeClr val="tx1">
                  <a:lumMod val="65000"/>
                  <a:lumOff val="35000"/>
                </a:schemeClr>
              </a:solidFill>
              <a:latin typeface="Helvetica 45 Light" panose="020B0500000000000000" pitchFamily="34" charset="0"/>
            </a:endParaRPr>
          </a:p>
        </p:txBody>
      </p:sp>
      <p:sp>
        <p:nvSpPr>
          <p:cNvPr id="9" name="Rectangle 8">
            <a:extLst>
              <a:ext uri="{FF2B5EF4-FFF2-40B4-BE49-F238E27FC236}">
                <a16:creationId xmlns:a16="http://schemas.microsoft.com/office/drawing/2014/main" id="{ED5B9A8C-DEAD-0137-B31D-3C4BED169510}"/>
              </a:ext>
            </a:extLst>
          </p:cNvPr>
          <p:cNvSpPr/>
          <p:nvPr/>
        </p:nvSpPr>
        <p:spPr>
          <a:xfrm>
            <a:off x="746276" y="970201"/>
            <a:ext cx="5328000" cy="1728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endParaRPr lang="en-US" dirty="0">
              <a:solidFill>
                <a:schemeClr val="tx1">
                  <a:lumMod val="65000"/>
                  <a:lumOff val="35000"/>
                </a:schemeClr>
              </a:solidFill>
              <a:latin typeface="Helvetica 45 Light" panose="020B0500000000000000" pitchFamily="34" charset="0"/>
            </a:endParaRPr>
          </a:p>
        </p:txBody>
      </p:sp>
      <p:sp>
        <p:nvSpPr>
          <p:cNvPr id="10" name="Rectangle 9">
            <a:extLst>
              <a:ext uri="{FF2B5EF4-FFF2-40B4-BE49-F238E27FC236}">
                <a16:creationId xmlns:a16="http://schemas.microsoft.com/office/drawing/2014/main" id="{1AE09DE0-4E9E-823C-2162-E6555436B629}"/>
              </a:ext>
            </a:extLst>
          </p:cNvPr>
          <p:cNvSpPr/>
          <p:nvPr/>
        </p:nvSpPr>
        <p:spPr>
          <a:xfrm>
            <a:off x="6114985" y="968801"/>
            <a:ext cx="5616000" cy="391713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endParaRPr lang="en-US" dirty="0">
              <a:solidFill>
                <a:schemeClr val="tx1">
                  <a:lumMod val="65000"/>
                  <a:lumOff val="35000"/>
                </a:schemeClr>
              </a:solidFill>
              <a:latin typeface="Helvetica 45 Light" panose="020B0500000000000000" pitchFamily="34" charset="0"/>
            </a:endParaRPr>
          </a:p>
        </p:txBody>
      </p:sp>
      <p:sp>
        <p:nvSpPr>
          <p:cNvPr id="11" name="Rectangle 10">
            <a:extLst>
              <a:ext uri="{FF2B5EF4-FFF2-40B4-BE49-F238E27FC236}">
                <a16:creationId xmlns:a16="http://schemas.microsoft.com/office/drawing/2014/main" id="{C3AE3CA9-3A10-91A2-9904-F5CC3666AE5A}"/>
              </a:ext>
            </a:extLst>
          </p:cNvPr>
          <p:cNvSpPr/>
          <p:nvPr/>
        </p:nvSpPr>
        <p:spPr>
          <a:xfrm>
            <a:off x="746275" y="2725934"/>
            <a:ext cx="5328000" cy="216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lang="en-US" dirty="0">
              <a:solidFill>
                <a:schemeClr val="tx1">
                  <a:lumMod val="65000"/>
                  <a:lumOff val="35000"/>
                </a:schemeClr>
              </a:solidFill>
              <a:latin typeface="Helvetica 45 Light" panose="020B0500000000000000" pitchFamily="34" charset="0"/>
            </a:endParaRPr>
          </a:p>
        </p:txBody>
      </p:sp>
      <p:sp>
        <p:nvSpPr>
          <p:cNvPr id="12" name="Rectangle 11">
            <a:extLst>
              <a:ext uri="{FF2B5EF4-FFF2-40B4-BE49-F238E27FC236}">
                <a16:creationId xmlns:a16="http://schemas.microsoft.com/office/drawing/2014/main" id="{F158AD23-8ADE-4811-0AF8-04E4C07EEDAD}"/>
              </a:ext>
            </a:extLst>
          </p:cNvPr>
          <p:cNvSpPr/>
          <p:nvPr/>
        </p:nvSpPr>
        <p:spPr>
          <a:xfrm>
            <a:off x="746275" y="4927921"/>
            <a:ext cx="5328000" cy="241729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endParaRPr lang="en-US" dirty="0">
              <a:solidFill>
                <a:schemeClr val="tx1">
                  <a:lumMod val="65000"/>
                  <a:lumOff val="35000"/>
                </a:schemeClr>
              </a:solidFill>
              <a:latin typeface="Helvetica 45 Light" panose="020B0500000000000000" pitchFamily="34" charset="0"/>
            </a:endParaRPr>
          </a:p>
        </p:txBody>
      </p:sp>
      <p:sp>
        <p:nvSpPr>
          <p:cNvPr id="13" name="Rectangle 12">
            <a:extLst>
              <a:ext uri="{FF2B5EF4-FFF2-40B4-BE49-F238E27FC236}">
                <a16:creationId xmlns:a16="http://schemas.microsoft.com/office/drawing/2014/main" id="{8611F0CB-0E17-5A20-7E24-D8105B67C6DA}"/>
              </a:ext>
            </a:extLst>
          </p:cNvPr>
          <p:cNvSpPr/>
          <p:nvPr/>
        </p:nvSpPr>
        <p:spPr>
          <a:xfrm>
            <a:off x="6114985" y="4930256"/>
            <a:ext cx="5612834" cy="241495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endParaRPr lang="en-US" dirty="0">
              <a:solidFill>
                <a:schemeClr val="tx1">
                  <a:lumMod val="65000"/>
                  <a:lumOff val="35000"/>
                </a:schemeClr>
              </a:solidFill>
              <a:latin typeface="Helvetica 45 Light" panose="020B0500000000000000" pitchFamily="34" charset="0"/>
            </a:endParaRPr>
          </a:p>
        </p:txBody>
      </p:sp>
      <p:sp>
        <p:nvSpPr>
          <p:cNvPr id="14" name="Rectangle 13">
            <a:extLst>
              <a:ext uri="{FF2B5EF4-FFF2-40B4-BE49-F238E27FC236}">
                <a16:creationId xmlns:a16="http://schemas.microsoft.com/office/drawing/2014/main" id="{6FA66013-3953-5EF4-7C97-75F214DB8B83}"/>
              </a:ext>
            </a:extLst>
          </p:cNvPr>
          <p:cNvSpPr/>
          <p:nvPr/>
        </p:nvSpPr>
        <p:spPr>
          <a:xfrm>
            <a:off x="746275" y="7375168"/>
            <a:ext cx="10981544" cy="2067012"/>
          </a:xfrm>
          <a:prstGeom prst="rect">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endParaRPr lang="en-US" dirty="0">
              <a:solidFill>
                <a:schemeClr val="tx1">
                  <a:lumMod val="65000"/>
                  <a:lumOff val="35000"/>
                </a:schemeClr>
              </a:solidFill>
              <a:latin typeface="Helvetica 45 Light" panose="020B0500000000000000" pitchFamily="34" charset="0"/>
            </a:endParaRPr>
          </a:p>
        </p:txBody>
      </p:sp>
      <p:sp>
        <p:nvSpPr>
          <p:cNvPr id="16" name="Rectangle 15">
            <a:extLst>
              <a:ext uri="{FF2B5EF4-FFF2-40B4-BE49-F238E27FC236}">
                <a16:creationId xmlns:a16="http://schemas.microsoft.com/office/drawing/2014/main" id="{04695EBD-80B8-9BDB-2887-C143E9A97757}"/>
              </a:ext>
            </a:extLst>
          </p:cNvPr>
          <p:cNvSpPr/>
          <p:nvPr/>
        </p:nvSpPr>
        <p:spPr>
          <a:xfrm>
            <a:off x="1024467" y="3183465"/>
            <a:ext cx="990600" cy="489161"/>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19" name="Rectangle 18">
            <a:extLst>
              <a:ext uri="{FF2B5EF4-FFF2-40B4-BE49-F238E27FC236}">
                <a16:creationId xmlns:a16="http://schemas.microsoft.com/office/drawing/2014/main" id="{DF5FC645-C195-7E99-6414-7EA691CB09C7}"/>
              </a:ext>
            </a:extLst>
          </p:cNvPr>
          <p:cNvSpPr/>
          <p:nvPr/>
        </p:nvSpPr>
        <p:spPr>
          <a:xfrm>
            <a:off x="2015066" y="3186179"/>
            <a:ext cx="3776133" cy="48916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25" name="Rectangle: Rounded Corners 24">
            <a:extLst>
              <a:ext uri="{FF2B5EF4-FFF2-40B4-BE49-F238E27FC236}">
                <a16:creationId xmlns:a16="http://schemas.microsoft.com/office/drawing/2014/main" id="{7AD368F6-E487-D5E8-FE85-B5245286FB8B}"/>
              </a:ext>
            </a:extLst>
          </p:cNvPr>
          <p:cNvSpPr/>
          <p:nvPr/>
        </p:nvSpPr>
        <p:spPr>
          <a:xfrm>
            <a:off x="2083850" y="3502855"/>
            <a:ext cx="1039354"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Helvetica 45 Light" panose="020B0500000000000000" pitchFamily="34" charset="0"/>
              </a:rPr>
              <a:t>Su</a:t>
            </a:r>
            <a:endParaRPr lang="en-RW" dirty="0">
              <a:latin typeface="Helvetica 45 Light" panose="020B0500000000000000" pitchFamily="34" charset="0"/>
            </a:endParaRPr>
          </a:p>
        </p:txBody>
      </p:sp>
      <p:sp>
        <p:nvSpPr>
          <p:cNvPr id="26" name="Rectangle: Rounded Corners 25">
            <a:extLst>
              <a:ext uri="{FF2B5EF4-FFF2-40B4-BE49-F238E27FC236}">
                <a16:creationId xmlns:a16="http://schemas.microsoft.com/office/drawing/2014/main" id="{3CE0F80D-B2FD-EF58-506A-95AA155152CC}"/>
              </a:ext>
            </a:extLst>
          </p:cNvPr>
          <p:cNvSpPr/>
          <p:nvPr/>
        </p:nvSpPr>
        <p:spPr>
          <a:xfrm>
            <a:off x="3191988" y="3502855"/>
            <a:ext cx="1039354"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27" name="Rectangle: Rounded Corners 26">
            <a:extLst>
              <a:ext uri="{FF2B5EF4-FFF2-40B4-BE49-F238E27FC236}">
                <a16:creationId xmlns:a16="http://schemas.microsoft.com/office/drawing/2014/main" id="{937F0E58-A413-1FCC-8BE5-3EE50F3745DE}"/>
              </a:ext>
            </a:extLst>
          </p:cNvPr>
          <p:cNvSpPr/>
          <p:nvPr/>
        </p:nvSpPr>
        <p:spPr>
          <a:xfrm>
            <a:off x="2083850" y="3225388"/>
            <a:ext cx="3612100" cy="24077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dirty="0">
                <a:solidFill>
                  <a:schemeClr val="tx1">
                    <a:lumMod val="75000"/>
                    <a:lumOff val="25000"/>
                  </a:schemeClr>
                </a:solidFill>
                <a:latin typeface="Helvetica Neue" panose="02000506040000020004" pitchFamily="2" charset="0"/>
              </a:rPr>
              <a:t>Blog excerpt will be displayed here.</a:t>
            </a:r>
            <a:endParaRPr lang="en-RW" sz="700" dirty="0">
              <a:latin typeface="Helvetica 45 Light" panose="020B0500000000000000" pitchFamily="34" charset="0"/>
            </a:endParaRPr>
          </a:p>
        </p:txBody>
      </p:sp>
      <p:sp>
        <p:nvSpPr>
          <p:cNvPr id="28" name="Rectangle 27">
            <a:extLst>
              <a:ext uri="{FF2B5EF4-FFF2-40B4-BE49-F238E27FC236}">
                <a16:creationId xmlns:a16="http://schemas.microsoft.com/office/drawing/2014/main" id="{3FA0665C-0AE5-BEDD-4D08-FFF23D30CBA1}"/>
              </a:ext>
            </a:extLst>
          </p:cNvPr>
          <p:cNvSpPr/>
          <p:nvPr/>
        </p:nvSpPr>
        <p:spPr>
          <a:xfrm>
            <a:off x="1024467" y="3762896"/>
            <a:ext cx="990600" cy="489161"/>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29" name="Rectangle 28">
            <a:extLst>
              <a:ext uri="{FF2B5EF4-FFF2-40B4-BE49-F238E27FC236}">
                <a16:creationId xmlns:a16="http://schemas.microsoft.com/office/drawing/2014/main" id="{961E5B28-C9F4-1754-5E9E-1D1BACB43DF5}"/>
              </a:ext>
            </a:extLst>
          </p:cNvPr>
          <p:cNvSpPr/>
          <p:nvPr/>
        </p:nvSpPr>
        <p:spPr>
          <a:xfrm>
            <a:off x="2015066" y="3765610"/>
            <a:ext cx="3776133" cy="48916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30" name="Rectangle: Rounded Corners 29">
            <a:extLst>
              <a:ext uri="{FF2B5EF4-FFF2-40B4-BE49-F238E27FC236}">
                <a16:creationId xmlns:a16="http://schemas.microsoft.com/office/drawing/2014/main" id="{C60F2B45-236E-7E9F-DF6D-99BE153A7A25}"/>
              </a:ext>
            </a:extLst>
          </p:cNvPr>
          <p:cNvSpPr/>
          <p:nvPr/>
        </p:nvSpPr>
        <p:spPr>
          <a:xfrm>
            <a:off x="2083850" y="4082286"/>
            <a:ext cx="1039354"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31" name="Rectangle: Rounded Corners 30">
            <a:extLst>
              <a:ext uri="{FF2B5EF4-FFF2-40B4-BE49-F238E27FC236}">
                <a16:creationId xmlns:a16="http://schemas.microsoft.com/office/drawing/2014/main" id="{157AA6FF-6CFC-9CBD-F51B-B53A45481D3D}"/>
              </a:ext>
            </a:extLst>
          </p:cNvPr>
          <p:cNvSpPr/>
          <p:nvPr/>
        </p:nvSpPr>
        <p:spPr>
          <a:xfrm>
            <a:off x="3191988" y="4082286"/>
            <a:ext cx="1039354"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32" name="Rectangle: Rounded Corners 31">
            <a:extLst>
              <a:ext uri="{FF2B5EF4-FFF2-40B4-BE49-F238E27FC236}">
                <a16:creationId xmlns:a16="http://schemas.microsoft.com/office/drawing/2014/main" id="{597D1AF6-32A9-AA62-ADB0-DAED0C997EB3}"/>
              </a:ext>
            </a:extLst>
          </p:cNvPr>
          <p:cNvSpPr/>
          <p:nvPr/>
        </p:nvSpPr>
        <p:spPr>
          <a:xfrm>
            <a:off x="2083850" y="3804819"/>
            <a:ext cx="3612100" cy="24077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a:solidFill>
                  <a:schemeClr val="tx1">
                    <a:lumMod val="75000"/>
                    <a:lumOff val="25000"/>
                  </a:schemeClr>
                </a:solidFill>
                <a:latin typeface="Helvetica Neue" panose="02000506040000020004" pitchFamily="2" charset="0"/>
              </a:rPr>
              <a:t>Lorem ipsum dolor sit amet, consectetur adipiscing elit, sed do eiusmod tempor incididunt ut labore et dolore magna aliqua.</a:t>
            </a:r>
            <a:endParaRPr lang="en-RW" sz="800" dirty="0">
              <a:latin typeface="Helvetica 45 Light" panose="020B0500000000000000" pitchFamily="34" charset="0"/>
            </a:endParaRPr>
          </a:p>
        </p:txBody>
      </p:sp>
      <p:sp>
        <p:nvSpPr>
          <p:cNvPr id="33" name="Rectangle 32">
            <a:extLst>
              <a:ext uri="{FF2B5EF4-FFF2-40B4-BE49-F238E27FC236}">
                <a16:creationId xmlns:a16="http://schemas.microsoft.com/office/drawing/2014/main" id="{88D25CAE-2B41-0301-39C8-C03781F74D7D}"/>
              </a:ext>
            </a:extLst>
          </p:cNvPr>
          <p:cNvSpPr/>
          <p:nvPr/>
        </p:nvSpPr>
        <p:spPr>
          <a:xfrm>
            <a:off x="1024467" y="4348882"/>
            <a:ext cx="990600" cy="489161"/>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34" name="Rectangle 33">
            <a:extLst>
              <a:ext uri="{FF2B5EF4-FFF2-40B4-BE49-F238E27FC236}">
                <a16:creationId xmlns:a16="http://schemas.microsoft.com/office/drawing/2014/main" id="{59CB6EC3-22F7-423F-CC14-DBAFA0056C8B}"/>
              </a:ext>
            </a:extLst>
          </p:cNvPr>
          <p:cNvSpPr/>
          <p:nvPr/>
        </p:nvSpPr>
        <p:spPr>
          <a:xfrm>
            <a:off x="2015066" y="4351596"/>
            <a:ext cx="3776133" cy="48916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35" name="Rectangle: Rounded Corners 34">
            <a:extLst>
              <a:ext uri="{FF2B5EF4-FFF2-40B4-BE49-F238E27FC236}">
                <a16:creationId xmlns:a16="http://schemas.microsoft.com/office/drawing/2014/main" id="{5035A230-ADB3-FBD1-6928-6BAE57DBB66F}"/>
              </a:ext>
            </a:extLst>
          </p:cNvPr>
          <p:cNvSpPr/>
          <p:nvPr/>
        </p:nvSpPr>
        <p:spPr>
          <a:xfrm>
            <a:off x="2083850" y="4668272"/>
            <a:ext cx="1039354"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36" name="Rectangle: Rounded Corners 35">
            <a:extLst>
              <a:ext uri="{FF2B5EF4-FFF2-40B4-BE49-F238E27FC236}">
                <a16:creationId xmlns:a16="http://schemas.microsoft.com/office/drawing/2014/main" id="{F926BA31-F8F5-BE48-DD8E-76660E04CD34}"/>
              </a:ext>
            </a:extLst>
          </p:cNvPr>
          <p:cNvSpPr/>
          <p:nvPr/>
        </p:nvSpPr>
        <p:spPr>
          <a:xfrm>
            <a:off x="3191988" y="4668272"/>
            <a:ext cx="1039354"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37" name="Rectangle: Rounded Corners 36">
            <a:extLst>
              <a:ext uri="{FF2B5EF4-FFF2-40B4-BE49-F238E27FC236}">
                <a16:creationId xmlns:a16="http://schemas.microsoft.com/office/drawing/2014/main" id="{2CCA9B8F-6C8C-EB71-AAD3-784509ECB86D}"/>
              </a:ext>
            </a:extLst>
          </p:cNvPr>
          <p:cNvSpPr/>
          <p:nvPr/>
        </p:nvSpPr>
        <p:spPr>
          <a:xfrm>
            <a:off x="2083850" y="4390805"/>
            <a:ext cx="3612100" cy="24077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a:solidFill>
                  <a:schemeClr val="tx1">
                    <a:lumMod val="75000"/>
                    <a:lumOff val="25000"/>
                  </a:schemeClr>
                </a:solidFill>
                <a:latin typeface="Helvetica Neue" panose="02000506040000020004" pitchFamily="2" charset="0"/>
              </a:rPr>
              <a:t>Lorem ipsum dolor sit amet, consectetur adipiscing elit, sed do eiusmod tempor incididunt ut labore et dolore magna aliqua.</a:t>
            </a:r>
            <a:endParaRPr lang="en-RW" sz="800" dirty="0">
              <a:latin typeface="Helvetica 45 Light" panose="020B0500000000000000" pitchFamily="34" charset="0"/>
            </a:endParaRPr>
          </a:p>
        </p:txBody>
      </p:sp>
      <p:sp>
        <p:nvSpPr>
          <p:cNvPr id="38" name="Rectangle: Rounded Corners 37">
            <a:extLst>
              <a:ext uri="{FF2B5EF4-FFF2-40B4-BE49-F238E27FC236}">
                <a16:creationId xmlns:a16="http://schemas.microsoft.com/office/drawing/2014/main" id="{1CB839FF-215E-9D21-AA5F-B22794599BF3}"/>
              </a:ext>
            </a:extLst>
          </p:cNvPr>
          <p:cNvSpPr/>
          <p:nvPr/>
        </p:nvSpPr>
        <p:spPr>
          <a:xfrm>
            <a:off x="4751845" y="2945135"/>
            <a:ext cx="1039354"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lumMod val="65000"/>
                    <a:lumOff val="35000"/>
                  </a:schemeClr>
                </a:solidFill>
                <a:latin typeface="Helvetica 45 Light" panose="020B0500000000000000" pitchFamily="34" charset="0"/>
              </a:rPr>
              <a:t>View All &gt;</a:t>
            </a:r>
            <a:endParaRPr lang="en-RW" sz="700" b="1" dirty="0">
              <a:solidFill>
                <a:schemeClr val="tx1">
                  <a:lumMod val="65000"/>
                  <a:lumOff val="35000"/>
                </a:schemeClr>
              </a:solidFill>
              <a:latin typeface="Helvetica 45 Light" panose="020B0500000000000000" pitchFamily="34" charset="0"/>
            </a:endParaRPr>
          </a:p>
        </p:txBody>
      </p:sp>
      <p:sp>
        <p:nvSpPr>
          <p:cNvPr id="39" name="Rectangle: Rounded Corners 38">
            <a:extLst>
              <a:ext uri="{FF2B5EF4-FFF2-40B4-BE49-F238E27FC236}">
                <a16:creationId xmlns:a16="http://schemas.microsoft.com/office/drawing/2014/main" id="{13878CEF-509B-EFB7-6F55-89FA12C0E8EB}"/>
              </a:ext>
            </a:extLst>
          </p:cNvPr>
          <p:cNvSpPr/>
          <p:nvPr/>
        </p:nvSpPr>
        <p:spPr>
          <a:xfrm>
            <a:off x="1024467" y="2850586"/>
            <a:ext cx="2451100" cy="28602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lumMod val="75000"/>
                    <a:lumOff val="25000"/>
                  </a:schemeClr>
                </a:solidFill>
                <a:latin typeface="HelveticaNeue MediumCond" panose="020B0506000000000000" pitchFamily="34" charset="0"/>
              </a:rPr>
              <a:t>Blog</a:t>
            </a:r>
            <a:r>
              <a:rPr lang="en-US" sz="1000" b="1" dirty="0">
                <a:solidFill>
                  <a:schemeClr val="tx1">
                    <a:lumMod val="65000"/>
                    <a:lumOff val="35000"/>
                  </a:schemeClr>
                </a:solidFill>
                <a:latin typeface="HelveticaNeue MediumCond" panose="020B0506000000000000" pitchFamily="34" charset="0"/>
              </a:rPr>
              <a:t> </a:t>
            </a:r>
            <a:r>
              <a:rPr lang="en-US" sz="1400" b="1" dirty="0">
                <a:solidFill>
                  <a:schemeClr val="tx1">
                    <a:lumMod val="75000"/>
                    <a:lumOff val="25000"/>
                  </a:schemeClr>
                </a:solidFill>
                <a:latin typeface="HelveticaNeue MediumCond" panose="020B0506000000000000" pitchFamily="34" charset="0"/>
              </a:rPr>
              <a:t>Posts</a:t>
            </a:r>
            <a:endParaRPr lang="en-RW" sz="1400" b="1" dirty="0">
              <a:solidFill>
                <a:schemeClr val="tx1">
                  <a:lumMod val="75000"/>
                  <a:lumOff val="25000"/>
                </a:schemeClr>
              </a:solidFill>
              <a:latin typeface="HelveticaNeue MediumCond" panose="020B0506000000000000" pitchFamily="34" charset="0"/>
            </a:endParaRPr>
          </a:p>
        </p:txBody>
      </p:sp>
      <p:sp>
        <p:nvSpPr>
          <p:cNvPr id="40" name="Rectangle: Rounded Corners 39">
            <a:extLst>
              <a:ext uri="{FF2B5EF4-FFF2-40B4-BE49-F238E27FC236}">
                <a16:creationId xmlns:a16="http://schemas.microsoft.com/office/drawing/2014/main" id="{299F36DE-F414-5874-F1B9-1360C8B17856}"/>
              </a:ext>
            </a:extLst>
          </p:cNvPr>
          <p:cNvSpPr/>
          <p:nvPr/>
        </p:nvSpPr>
        <p:spPr>
          <a:xfrm>
            <a:off x="1024467" y="443621"/>
            <a:ext cx="1932093" cy="41656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en-US" sz="600" dirty="0">
                <a:solidFill>
                  <a:schemeClr val="bg1">
                    <a:lumMod val="50000"/>
                  </a:schemeClr>
                </a:solidFill>
                <a:latin typeface="Helvetica 45 Light" panose="020B0500000000000000" pitchFamily="34" charset="0"/>
              </a:rPr>
              <a:t>class: longform_name, content: longform_name</a:t>
            </a:r>
            <a:endParaRPr lang="en-US" sz="1400" b="1" dirty="0">
              <a:solidFill>
                <a:schemeClr val="tx1">
                  <a:lumMod val="75000"/>
                  <a:lumOff val="25000"/>
                </a:schemeClr>
              </a:solidFill>
              <a:latin typeface="Helvetica 45 Light" panose="020B0500000000000000" pitchFamily="34" charset="0"/>
            </a:endParaRPr>
          </a:p>
          <a:p>
            <a:r>
              <a:rPr lang="en-US" sz="1400" b="1" dirty="0">
                <a:solidFill>
                  <a:schemeClr val="tx1">
                    <a:lumMod val="75000"/>
                    <a:lumOff val="25000"/>
                  </a:schemeClr>
                </a:solidFill>
                <a:latin typeface="HelveticaNeue MediumCond" panose="020B0506000000000000" pitchFamily="34" charset="0"/>
              </a:rPr>
              <a:t>SANDRA A. HULUKA</a:t>
            </a:r>
            <a:endParaRPr lang="en-RW" sz="1400" b="1" dirty="0">
              <a:solidFill>
                <a:schemeClr val="tx1">
                  <a:lumMod val="75000"/>
                  <a:lumOff val="25000"/>
                </a:schemeClr>
              </a:solidFill>
              <a:latin typeface="HelveticaNeue MediumCond" panose="020B0506000000000000" pitchFamily="34" charset="0"/>
            </a:endParaRPr>
          </a:p>
        </p:txBody>
      </p:sp>
      <p:sp>
        <p:nvSpPr>
          <p:cNvPr id="41" name="Rectangle: Rounded Corners 40">
            <a:extLst>
              <a:ext uri="{FF2B5EF4-FFF2-40B4-BE49-F238E27FC236}">
                <a16:creationId xmlns:a16="http://schemas.microsoft.com/office/drawing/2014/main" id="{794A4F4C-08E8-1E19-51E8-5E4D2E90E47E}"/>
              </a:ext>
            </a:extLst>
          </p:cNvPr>
          <p:cNvSpPr/>
          <p:nvPr/>
        </p:nvSpPr>
        <p:spPr>
          <a:xfrm>
            <a:off x="3265294" y="405884"/>
            <a:ext cx="5957227" cy="525983"/>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900" dirty="0">
                <a:solidFill>
                  <a:schemeClr val="bg1">
                    <a:lumMod val="50000"/>
                  </a:schemeClr>
                </a:solidFill>
                <a:latin typeface="Helvetica 45 Light" panose="020B0500000000000000" pitchFamily="34" charset="0"/>
              </a:rPr>
              <a:t>class: main_navigation, content: main_navigation</a:t>
            </a:r>
          </a:p>
          <a:p>
            <a:endParaRPr lang="en-US" sz="400" dirty="0">
              <a:solidFill>
                <a:schemeClr val="tx1">
                  <a:lumMod val="50000"/>
                  <a:lumOff val="50000"/>
                </a:schemeClr>
              </a:solidFill>
              <a:latin typeface="Helvetica 45 Light" panose="020B0500000000000000" pitchFamily="34" charset="0"/>
            </a:endParaRPr>
          </a:p>
          <a:p>
            <a:pPr algn="ctr"/>
            <a:r>
              <a:rPr lang="en-US" sz="900" dirty="0">
                <a:solidFill>
                  <a:schemeClr val="tx1">
                    <a:lumMod val="75000"/>
                    <a:lumOff val="25000"/>
                  </a:schemeClr>
                </a:solidFill>
                <a:latin typeface="HelveticaNeue MediumCond" panose="020B0506000000000000" pitchFamily="34" charset="0"/>
              </a:rPr>
              <a:t>HOME          PROJECTS          BLOGS           RESUME           RESOURCES          P. KNOWLEDGE BASE</a:t>
            </a:r>
            <a:endParaRPr lang="en-RW" sz="900" dirty="0">
              <a:solidFill>
                <a:schemeClr val="tx1">
                  <a:lumMod val="75000"/>
                  <a:lumOff val="25000"/>
                </a:schemeClr>
              </a:solidFill>
              <a:latin typeface="HelveticaNeue MediumCond" panose="020B0506000000000000" pitchFamily="34" charset="0"/>
            </a:endParaRPr>
          </a:p>
        </p:txBody>
      </p:sp>
      <p:grpSp>
        <p:nvGrpSpPr>
          <p:cNvPr id="92" name="Group 91">
            <a:extLst>
              <a:ext uri="{FF2B5EF4-FFF2-40B4-BE49-F238E27FC236}">
                <a16:creationId xmlns:a16="http://schemas.microsoft.com/office/drawing/2014/main" id="{7499632C-9BDC-546F-5ADF-0F1C7C0811BF}"/>
              </a:ext>
            </a:extLst>
          </p:cNvPr>
          <p:cNvGrpSpPr/>
          <p:nvPr/>
        </p:nvGrpSpPr>
        <p:grpSpPr>
          <a:xfrm>
            <a:off x="9915524" y="617845"/>
            <a:ext cx="1620427" cy="238693"/>
            <a:chOff x="9421828" y="492937"/>
            <a:chExt cx="2114124" cy="363602"/>
          </a:xfrm>
        </p:grpSpPr>
        <p:sp>
          <p:nvSpPr>
            <p:cNvPr id="42" name="Rectangle: Rounded Corners 41">
              <a:extLst>
                <a:ext uri="{FF2B5EF4-FFF2-40B4-BE49-F238E27FC236}">
                  <a16:creationId xmlns:a16="http://schemas.microsoft.com/office/drawing/2014/main" id="{46980127-F6C6-9CB6-9680-C6B991243694}"/>
                </a:ext>
              </a:extLst>
            </p:cNvPr>
            <p:cNvSpPr/>
            <p:nvPr/>
          </p:nvSpPr>
          <p:spPr>
            <a:xfrm>
              <a:off x="11175952" y="496539"/>
              <a:ext cx="360000" cy="360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43" name="Rectangle: Rounded Corners 42">
              <a:extLst>
                <a:ext uri="{FF2B5EF4-FFF2-40B4-BE49-F238E27FC236}">
                  <a16:creationId xmlns:a16="http://schemas.microsoft.com/office/drawing/2014/main" id="{8BA3B665-0830-728F-4913-95AA7586EE16}"/>
                </a:ext>
              </a:extLst>
            </p:cNvPr>
            <p:cNvSpPr/>
            <p:nvPr/>
          </p:nvSpPr>
          <p:spPr>
            <a:xfrm>
              <a:off x="10591244" y="496539"/>
              <a:ext cx="360000" cy="360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44" name="Rectangle: Rounded Corners 43">
              <a:extLst>
                <a:ext uri="{FF2B5EF4-FFF2-40B4-BE49-F238E27FC236}">
                  <a16:creationId xmlns:a16="http://schemas.microsoft.com/office/drawing/2014/main" id="{E50C3AC9-0E20-6442-59BD-2FEB78532B2B}"/>
                </a:ext>
              </a:extLst>
            </p:cNvPr>
            <p:cNvSpPr/>
            <p:nvPr/>
          </p:nvSpPr>
          <p:spPr>
            <a:xfrm>
              <a:off x="10006536" y="492937"/>
              <a:ext cx="360000" cy="360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45" name="Rectangle: Rounded Corners 44">
              <a:extLst>
                <a:ext uri="{FF2B5EF4-FFF2-40B4-BE49-F238E27FC236}">
                  <a16:creationId xmlns:a16="http://schemas.microsoft.com/office/drawing/2014/main" id="{431E60ED-42DA-5AE8-3AB6-9583CF9BE552}"/>
                </a:ext>
              </a:extLst>
            </p:cNvPr>
            <p:cNvSpPr/>
            <p:nvPr/>
          </p:nvSpPr>
          <p:spPr>
            <a:xfrm>
              <a:off x="9421828" y="495961"/>
              <a:ext cx="360000" cy="360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grpSp>
      <p:sp>
        <p:nvSpPr>
          <p:cNvPr id="46" name="Rectangle 45">
            <a:extLst>
              <a:ext uri="{FF2B5EF4-FFF2-40B4-BE49-F238E27FC236}">
                <a16:creationId xmlns:a16="http://schemas.microsoft.com/office/drawing/2014/main" id="{C7719AD8-F670-5854-EB86-C5F4D28E9DEA}"/>
              </a:ext>
            </a:extLst>
          </p:cNvPr>
          <p:cNvSpPr/>
          <p:nvPr/>
        </p:nvSpPr>
        <p:spPr>
          <a:xfrm>
            <a:off x="6262481" y="1422997"/>
            <a:ext cx="2566772" cy="1616225"/>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48" name="Rectangle: Rounded Corners 47">
            <a:extLst>
              <a:ext uri="{FF2B5EF4-FFF2-40B4-BE49-F238E27FC236}">
                <a16:creationId xmlns:a16="http://schemas.microsoft.com/office/drawing/2014/main" id="{6960BC45-ED2B-E60B-0029-001085EEE581}"/>
              </a:ext>
            </a:extLst>
          </p:cNvPr>
          <p:cNvSpPr/>
          <p:nvPr/>
        </p:nvSpPr>
        <p:spPr>
          <a:xfrm>
            <a:off x="6262480" y="1063272"/>
            <a:ext cx="2451100" cy="28602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lumMod val="75000"/>
                    <a:lumOff val="25000"/>
                  </a:schemeClr>
                </a:solidFill>
                <a:latin typeface="HelveticaNeue MediumCond" panose="020B0506000000000000" pitchFamily="34" charset="0"/>
              </a:rPr>
              <a:t>HIGHLIGHTED</a:t>
            </a:r>
            <a:r>
              <a:rPr lang="en-US" sz="1000" b="1" dirty="0">
                <a:solidFill>
                  <a:schemeClr val="tx1">
                    <a:lumMod val="65000"/>
                    <a:lumOff val="35000"/>
                  </a:schemeClr>
                </a:solidFill>
                <a:latin typeface="Helvetica 45 Light" panose="020B0500000000000000" pitchFamily="34" charset="0"/>
              </a:rPr>
              <a:t> </a:t>
            </a:r>
            <a:r>
              <a:rPr lang="en-US" sz="1400" b="1" dirty="0">
                <a:solidFill>
                  <a:schemeClr val="tx1">
                    <a:lumMod val="75000"/>
                    <a:lumOff val="25000"/>
                  </a:schemeClr>
                </a:solidFill>
                <a:latin typeface="HelveticaNeue MediumCond" panose="020B0506000000000000" pitchFamily="34" charset="0"/>
              </a:rPr>
              <a:t>PROJECTS</a:t>
            </a:r>
            <a:endParaRPr lang="en-RW" sz="1400" b="1" dirty="0">
              <a:solidFill>
                <a:schemeClr val="tx1">
                  <a:lumMod val="75000"/>
                  <a:lumOff val="25000"/>
                </a:schemeClr>
              </a:solidFill>
              <a:latin typeface="HelveticaNeue MediumCond" panose="020B0506000000000000" pitchFamily="34" charset="0"/>
            </a:endParaRPr>
          </a:p>
        </p:txBody>
      </p:sp>
      <p:sp>
        <p:nvSpPr>
          <p:cNvPr id="49" name="Rectangle: Rounded Corners 48">
            <a:extLst>
              <a:ext uri="{FF2B5EF4-FFF2-40B4-BE49-F238E27FC236}">
                <a16:creationId xmlns:a16="http://schemas.microsoft.com/office/drawing/2014/main" id="{C9C27F6F-4404-0467-E78D-BD0C98E2CA09}"/>
              </a:ext>
            </a:extLst>
          </p:cNvPr>
          <p:cNvSpPr/>
          <p:nvPr/>
        </p:nvSpPr>
        <p:spPr>
          <a:xfrm>
            <a:off x="10496598" y="1216801"/>
            <a:ext cx="1039354"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lumMod val="65000"/>
                    <a:lumOff val="35000"/>
                  </a:schemeClr>
                </a:solidFill>
                <a:latin typeface="Helvetica 45 Light" panose="020B0500000000000000" pitchFamily="34" charset="0"/>
              </a:rPr>
              <a:t>View All &gt;</a:t>
            </a:r>
            <a:endParaRPr lang="en-RW" sz="700" b="1" dirty="0">
              <a:solidFill>
                <a:schemeClr val="tx1">
                  <a:lumMod val="65000"/>
                  <a:lumOff val="35000"/>
                </a:schemeClr>
              </a:solidFill>
              <a:latin typeface="Helvetica 45 Light" panose="020B0500000000000000" pitchFamily="34" charset="0"/>
            </a:endParaRPr>
          </a:p>
        </p:txBody>
      </p:sp>
      <p:sp>
        <p:nvSpPr>
          <p:cNvPr id="52" name="Rectangle 51">
            <a:extLst>
              <a:ext uri="{FF2B5EF4-FFF2-40B4-BE49-F238E27FC236}">
                <a16:creationId xmlns:a16="http://schemas.microsoft.com/office/drawing/2014/main" id="{EA0E352B-9DC7-F6ED-2F15-418B052657C0}"/>
              </a:ext>
            </a:extLst>
          </p:cNvPr>
          <p:cNvSpPr/>
          <p:nvPr/>
        </p:nvSpPr>
        <p:spPr>
          <a:xfrm>
            <a:off x="6333509" y="2485587"/>
            <a:ext cx="2436363" cy="489161"/>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53" name="Rectangle 52">
            <a:extLst>
              <a:ext uri="{FF2B5EF4-FFF2-40B4-BE49-F238E27FC236}">
                <a16:creationId xmlns:a16="http://schemas.microsoft.com/office/drawing/2014/main" id="{A9F79AEB-F425-C781-3376-F4B8FB0F7CE1}"/>
              </a:ext>
            </a:extLst>
          </p:cNvPr>
          <p:cNvSpPr/>
          <p:nvPr/>
        </p:nvSpPr>
        <p:spPr>
          <a:xfrm>
            <a:off x="6333509" y="1520017"/>
            <a:ext cx="2436363" cy="965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54" name="Rectangle 53">
            <a:extLst>
              <a:ext uri="{FF2B5EF4-FFF2-40B4-BE49-F238E27FC236}">
                <a16:creationId xmlns:a16="http://schemas.microsoft.com/office/drawing/2014/main" id="{2BEA1A99-280D-A69F-B0B6-B48F041D1142}"/>
              </a:ext>
            </a:extLst>
          </p:cNvPr>
          <p:cNvSpPr/>
          <p:nvPr/>
        </p:nvSpPr>
        <p:spPr>
          <a:xfrm>
            <a:off x="6384377" y="2558347"/>
            <a:ext cx="2297582" cy="25681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dirty="0">
                <a:solidFill>
                  <a:schemeClr val="tx1">
                    <a:lumMod val="75000"/>
                    <a:lumOff val="25000"/>
                  </a:schemeClr>
                </a:solidFill>
                <a:latin typeface="Helvetica Neue" panose="02000506040000020004" pitchFamily="2" charset="0"/>
              </a:rPr>
              <a:t>Lorem ipsum dolor sit amet, consectetur adipiscing elit, sed do eiusmod tempor incididunt ut labore et dolore magna aliqua.</a:t>
            </a:r>
            <a:endParaRPr lang="en-RW" sz="700" dirty="0">
              <a:latin typeface="Helvetica 45 Light" panose="020B0500000000000000" pitchFamily="34" charset="0"/>
            </a:endParaRPr>
          </a:p>
        </p:txBody>
      </p:sp>
      <p:sp>
        <p:nvSpPr>
          <p:cNvPr id="55" name="Rectangle: Rounded Corners 54">
            <a:extLst>
              <a:ext uri="{FF2B5EF4-FFF2-40B4-BE49-F238E27FC236}">
                <a16:creationId xmlns:a16="http://schemas.microsoft.com/office/drawing/2014/main" id="{E61CEF49-C375-8747-D04A-1177AC911824}"/>
              </a:ext>
            </a:extLst>
          </p:cNvPr>
          <p:cNvSpPr/>
          <p:nvPr/>
        </p:nvSpPr>
        <p:spPr>
          <a:xfrm>
            <a:off x="6754064" y="2859488"/>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56" name="Rectangle: Rounded Corners 55">
            <a:extLst>
              <a:ext uri="{FF2B5EF4-FFF2-40B4-BE49-F238E27FC236}">
                <a16:creationId xmlns:a16="http://schemas.microsoft.com/office/drawing/2014/main" id="{78FDC472-A18D-3C87-834A-FFF78D5CBCFC}"/>
              </a:ext>
            </a:extLst>
          </p:cNvPr>
          <p:cNvSpPr/>
          <p:nvPr/>
        </p:nvSpPr>
        <p:spPr>
          <a:xfrm>
            <a:off x="6631196" y="2859488"/>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57" name="Rectangle: Rounded Corners 56">
            <a:extLst>
              <a:ext uri="{FF2B5EF4-FFF2-40B4-BE49-F238E27FC236}">
                <a16:creationId xmlns:a16="http://schemas.microsoft.com/office/drawing/2014/main" id="{3175C9A9-6286-4FF4-8074-6BEA0F2A2C33}"/>
              </a:ext>
            </a:extLst>
          </p:cNvPr>
          <p:cNvSpPr/>
          <p:nvPr/>
        </p:nvSpPr>
        <p:spPr>
          <a:xfrm>
            <a:off x="6508328" y="2859488"/>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58" name="Rectangle: Rounded Corners 57">
            <a:extLst>
              <a:ext uri="{FF2B5EF4-FFF2-40B4-BE49-F238E27FC236}">
                <a16:creationId xmlns:a16="http://schemas.microsoft.com/office/drawing/2014/main" id="{5C629157-5653-CBDB-2627-82E5D55C401A}"/>
              </a:ext>
            </a:extLst>
          </p:cNvPr>
          <p:cNvSpPr/>
          <p:nvPr/>
        </p:nvSpPr>
        <p:spPr>
          <a:xfrm>
            <a:off x="6384377" y="2857156"/>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grpSp>
        <p:nvGrpSpPr>
          <p:cNvPr id="67" name="Group 66">
            <a:extLst>
              <a:ext uri="{FF2B5EF4-FFF2-40B4-BE49-F238E27FC236}">
                <a16:creationId xmlns:a16="http://schemas.microsoft.com/office/drawing/2014/main" id="{0F3D90EE-7F51-CF9B-45E5-CDE927DC1FA7}"/>
              </a:ext>
            </a:extLst>
          </p:cNvPr>
          <p:cNvGrpSpPr/>
          <p:nvPr/>
        </p:nvGrpSpPr>
        <p:grpSpPr>
          <a:xfrm>
            <a:off x="6262481" y="3181267"/>
            <a:ext cx="2566772" cy="1616225"/>
            <a:chOff x="6414881" y="1575397"/>
            <a:chExt cx="2566772" cy="1616225"/>
          </a:xfrm>
        </p:grpSpPr>
        <p:sp>
          <p:nvSpPr>
            <p:cNvPr id="59" name="Rectangle 58">
              <a:extLst>
                <a:ext uri="{FF2B5EF4-FFF2-40B4-BE49-F238E27FC236}">
                  <a16:creationId xmlns:a16="http://schemas.microsoft.com/office/drawing/2014/main" id="{B6FDF008-8685-C050-2774-558FCAA9F622}"/>
                </a:ext>
              </a:extLst>
            </p:cNvPr>
            <p:cNvSpPr/>
            <p:nvPr/>
          </p:nvSpPr>
          <p:spPr>
            <a:xfrm>
              <a:off x="6414881" y="1575397"/>
              <a:ext cx="2566772" cy="1616225"/>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60" name="Rectangle 59">
              <a:extLst>
                <a:ext uri="{FF2B5EF4-FFF2-40B4-BE49-F238E27FC236}">
                  <a16:creationId xmlns:a16="http://schemas.microsoft.com/office/drawing/2014/main" id="{D79EB1D2-CF15-EFEA-4596-BE0205A9D8D5}"/>
                </a:ext>
              </a:extLst>
            </p:cNvPr>
            <p:cNvSpPr/>
            <p:nvPr/>
          </p:nvSpPr>
          <p:spPr>
            <a:xfrm>
              <a:off x="6485909" y="2637987"/>
              <a:ext cx="2436363" cy="489161"/>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61" name="Rectangle 60">
              <a:extLst>
                <a:ext uri="{FF2B5EF4-FFF2-40B4-BE49-F238E27FC236}">
                  <a16:creationId xmlns:a16="http://schemas.microsoft.com/office/drawing/2014/main" id="{D398F69C-0118-0336-A152-D98CEF7D3E8A}"/>
                </a:ext>
              </a:extLst>
            </p:cNvPr>
            <p:cNvSpPr/>
            <p:nvPr/>
          </p:nvSpPr>
          <p:spPr>
            <a:xfrm>
              <a:off x="6485909" y="1672417"/>
              <a:ext cx="2436363" cy="965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62" name="Rectangle 61">
              <a:extLst>
                <a:ext uri="{FF2B5EF4-FFF2-40B4-BE49-F238E27FC236}">
                  <a16:creationId xmlns:a16="http://schemas.microsoft.com/office/drawing/2014/main" id="{E0334784-4FB6-06F7-3448-29B6D270414F}"/>
                </a:ext>
              </a:extLst>
            </p:cNvPr>
            <p:cNvSpPr/>
            <p:nvPr/>
          </p:nvSpPr>
          <p:spPr>
            <a:xfrm>
              <a:off x="6536777" y="2710747"/>
              <a:ext cx="2297582" cy="25681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dirty="0">
                  <a:solidFill>
                    <a:schemeClr val="tx1">
                      <a:lumMod val="75000"/>
                      <a:lumOff val="25000"/>
                    </a:schemeClr>
                  </a:solidFill>
                  <a:latin typeface="Helvetica Neue" panose="02000506040000020004" pitchFamily="2" charset="0"/>
                </a:rPr>
                <a:t>Lorem ipsum dolor sit amet, consectetur adipiscing elit, sed do eiusmod tempor incididunt ut labore et dolore magna aliqua.</a:t>
              </a:r>
              <a:endParaRPr lang="en-RW" sz="700" dirty="0">
                <a:latin typeface="Helvetica 45 Light" panose="020B0500000000000000" pitchFamily="34" charset="0"/>
              </a:endParaRPr>
            </a:p>
          </p:txBody>
        </p:sp>
        <p:sp>
          <p:nvSpPr>
            <p:cNvPr id="63" name="Rectangle: Rounded Corners 62">
              <a:extLst>
                <a:ext uri="{FF2B5EF4-FFF2-40B4-BE49-F238E27FC236}">
                  <a16:creationId xmlns:a16="http://schemas.microsoft.com/office/drawing/2014/main" id="{D0108051-E64D-C5A5-DDC9-997702A5F746}"/>
                </a:ext>
              </a:extLst>
            </p:cNvPr>
            <p:cNvSpPr/>
            <p:nvPr/>
          </p:nvSpPr>
          <p:spPr>
            <a:xfrm>
              <a:off x="6906464" y="3011888"/>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64" name="Rectangle: Rounded Corners 63">
              <a:extLst>
                <a:ext uri="{FF2B5EF4-FFF2-40B4-BE49-F238E27FC236}">
                  <a16:creationId xmlns:a16="http://schemas.microsoft.com/office/drawing/2014/main" id="{7B7B7E78-0473-E8EC-105D-2EAEC781A4A7}"/>
                </a:ext>
              </a:extLst>
            </p:cNvPr>
            <p:cNvSpPr/>
            <p:nvPr/>
          </p:nvSpPr>
          <p:spPr>
            <a:xfrm>
              <a:off x="6783596" y="3011888"/>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65" name="Rectangle: Rounded Corners 64">
              <a:extLst>
                <a:ext uri="{FF2B5EF4-FFF2-40B4-BE49-F238E27FC236}">
                  <a16:creationId xmlns:a16="http://schemas.microsoft.com/office/drawing/2014/main" id="{C93A634D-0AB4-FE3C-3678-1E7872F82847}"/>
                </a:ext>
              </a:extLst>
            </p:cNvPr>
            <p:cNvSpPr/>
            <p:nvPr/>
          </p:nvSpPr>
          <p:spPr>
            <a:xfrm>
              <a:off x="6660728" y="3011888"/>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66" name="Rectangle: Rounded Corners 65">
              <a:extLst>
                <a:ext uri="{FF2B5EF4-FFF2-40B4-BE49-F238E27FC236}">
                  <a16:creationId xmlns:a16="http://schemas.microsoft.com/office/drawing/2014/main" id="{6853AD14-F2D3-DDFD-0157-9E352EF78FA7}"/>
                </a:ext>
              </a:extLst>
            </p:cNvPr>
            <p:cNvSpPr/>
            <p:nvPr/>
          </p:nvSpPr>
          <p:spPr>
            <a:xfrm>
              <a:off x="6536777" y="3009556"/>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grpSp>
      <p:grpSp>
        <p:nvGrpSpPr>
          <p:cNvPr id="68" name="Group 67">
            <a:extLst>
              <a:ext uri="{FF2B5EF4-FFF2-40B4-BE49-F238E27FC236}">
                <a16:creationId xmlns:a16="http://schemas.microsoft.com/office/drawing/2014/main" id="{4AB582F1-005E-8233-7A61-C5BBDD797342}"/>
              </a:ext>
            </a:extLst>
          </p:cNvPr>
          <p:cNvGrpSpPr/>
          <p:nvPr/>
        </p:nvGrpSpPr>
        <p:grpSpPr>
          <a:xfrm>
            <a:off x="8998870" y="1429895"/>
            <a:ext cx="2566772" cy="1616225"/>
            <a:chOff x="6414881" y="1575397"/>
            <a:chExt cx="2566772" cy="1616225"/>
          </a:xfrm>
        </p:grpSpPr>
        <p:sp>
          <p:nvSpPr>
            <p:cNvPr id="69" name="Rectangle 68">
              <a:extLst>
                <a:ext uri="{FF2B5EF4-FFF2-40B4-BE49-F238E27FC236}">
                  <a16:creationId xmlns:a16="http://schemas.microsoft.com/office/drawing/2014/main" id="{A542270F-55CC-3618-4F85-677BD8C3E03A}"/>
                </a:ext>
              </a:extLst>
            </p:cNvPr>
            <p:cNvSpPr/>
            <p:nvPr/>
          </p:nvSpPr>
          <p:spPr>
            <a:xfrm>
              <a:off x="6414881" y="1575397"/>
              <a:ext cx="2566772" cy="1616225"/>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70" name="Rectangle 69">
              <a:extLst>
                <a:ext uri="{FF2B5EF4-FFF2-40B4-BE49-F238E27FC236}">
                  <a16:creationId xmlns:a16="http://schemas.microsoft.com/office/drawing/2014/main" id="{3C07792B-BF89-B582-8370-52143108DA0C}"/>
                </a:ext>
              </a:extLst>
            </p:cNvPr>
            <p:cNvSpPr/>
            <p:nvPr/>
          </p:nvSpPr>
          <p:spPr>
            <a:xfrm>
              <a:off x="6485909" y="2637987"/>
              <a:ext cx="2436363" cy="489161"/>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71" name="Rectangle 70">
              <a:extLst>
                <a:ext uri="{FF2B5EF4-FFF2-40B4-BE49-F238E27FC236}">
                  <a16:creationId xmlns:a16="http://schemas.microsoft.com/office/drawing/2014/main" id="{E3A68210-B247-9906-ACEA-F18299DA0571}"/>
                </a:ext>
              </a:extLst>
            </p:cNvPr>
            <p:cNvSpPr/>
            <p:nvPr/>
          </p:nvSpPr>
          <p:spPr>
            <a:xfrm>
              <a:off x="6485909" y="1672417"/>
              <a:ext cx="2436363" cy="965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72" name="Rectangle 71">
              <a:extLst>
                <a:ext uri="{FF2B5EF4-FFF2-40B4-BE49-F238E27FC236}">
                  <a16:creationId xmlns:a16="http://schemas.microsoft.com/office/drawing/2014/main" id="{84B33147-FAF7-128D-45CB-DBACB920B7CC}"/>
                </a:ext>
              </a:extLst>
            </p:cNvPr>
            <p:cNvSpPr/>
            <p:nvPr/>
          </p:nvSpPr>
          <p:spPr>
            <a:xfrm>
              <a:off x="6536777" y="2710747"/>
              <a:ext cx="2297582" cy="25681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dirty="0">
                  <a:solidFill>
                    <a:schemeClr val="tx1">
                      <a:lumMod val="75000"/>
                      <a:lumOff val="25000"/>
                    </a:schemeClr>
                  </a:solidFill>
                  <a:latin typeface="Helvetica Neue" panose="02000506040000020004" pitchFamily="2" charset="0"/>
                </a:rPr>
                <a:t>Lorem ipsum dolor sit amet, consectetur adipiscing elit, sed do eiusmod tempor incididunt ut labore et dolore magna aliqua.</a:t>
              </a:r>
              <a:endParaRPr lang="en-RW" sz="700" dirty="0">
                <a:latin typeface="Helvetica 45 Light" panose="020B0500000000000000" pitchFamily="34" charset="0"/>
              </a:endParaRPr>
            </a:p>
          </p:txBody>
        </p:sp>
        <p:sp>
          <p:nvSpPr>
            <p:cNvPr id="73" name="Rectangle: Rounded Corners 72">
              <a:extLst>
                <a:ext uri="{FF2B5EF4-FFF2-40B4-BE49-F238E27FC236}">
                  <a16:creationId xmlns:a16="http://schemas.microsoft.com/office/drawing/2014/main" id="{DF9B1E8E-62F3-26D9-8427-6FEFB853DC42}"/>
                </a:ext>
              </a:extLst>
            </p:cNvPr>
            <p:cNvSpPr/>
            <p:nvPr/>
          </p:nvSpPr>
          <p:spPr>
            <a:xfrm>
              <a:off x="6906464" y="3011888"/>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74" name="Rectangle: Rounded Corners 73">
              <a:extLst>
                <a:ext uri="{FF2B5EF4-FFF2-40B4-BE49-F238E27FC236}">
                  <a16:creationId xmlns:a16="http://schemas.microsoft.com/office/drawing/2014/main" id="{A745597A-AEA6-031B-8D93-1BA94D624B80}"/>
                </a:ext>
              </a:extLst>
            </p:cNvPr>
            <p:cNvSpPr/>
            <p:nvPr/>
          </p:nvSpPr>
          <p:spPr>
            <a:xfrm>
              <a:off x="6783596" y="3011888"/>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75" name="Rectangle: Rounded Corners 74">
              <a:extLst>
                <a:ext uri="{FF2B5EF4-FFF2-40B4-BE49-F238E27FC236}">
                  <a16:creationId xmlns:a16="http://schemas.microsoft.com/office/drawing/2014/main" id="{3D7096F4-F823-5CE6-663E-337691DD35BB}"/>
                </a:ext>
              </a:extLst>
            </p:cNvPr>
            <p:cNvSpPr/>
            <p:nvPr/>
          </p:nvSpPr>
          <p:spPr>
            <a:xfrm>
              <a:off x="6660728" y="3011888"/>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76" name="Rectangle: Rounded Corners 75">
              <a:extLst>
                <a:ext uri="{FF2B5EF4-FFF2-40B4-BE49-F238E27FC236}">
                  <a16:creationId xmlns:a16="http://schemas.microsoft.com/office/drawing/2014/main" id="{57610751-B7BC-3F46-FBA2-45C560CC0897}"/>
                </a:ext>
              </a:extLst>
            </p:cNvPr>
            <p:cNvSpPr/>
            <p:nvPr/>
          </p:nvSpPr>
          <p:spPr>
            <a:xfrm>
              <a:off x="6536777" y="3009556"/>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grpSp>
      <p:grpSp>
        <p:nvGrpSpPr>
          <p:cNvPr id="77" name="Group 76">
            <a:extLst>
              <a:ext uri="{FF2B5EF4-FFF2-40B4-BE49-F238E27FC236}">
                <a16:creationId xmlns:a16="http://schemas.microsoft.com/office/drawing/2014/main" id="{70333847-9380-BED8-6795-F6B1CF07E568}"/>
              </a:ext>
            </a:extLst>
          </p:cNvPr>
          <p:cNvGrpSpPr/>
          <p:nvPr/>
        </p:nvGrpSpPr>
        <p:grpSpPr>
          <a:xfrm>
            <a:off x="8995750" y="3179483"/>
            <a:ext cx="2566772" cy="1616225"/>
            <a:chOff x="6414881" y="1575397"/>
            <a:chExt cx="2566772" cy="1616225"/>
          </a:xfrm>
        </p:grpSpPr>
        <p:sp>
          <p:nvSpPr>
            <p:cNvPr id="78" name="Rectangle 77">
              <a:extLst>
                <a:ext uri="{FF2B5EF4-FFF2-40B4-BE49-F238E27FC236}">
                  <a16:creationId xmlns:a16="http://schemas.microsoft.com/office/drawing/2014/main" id="{E5929872-E9FF-22F9-0DB9-6E9C7A049324}"/>
                </a:ext>
              </a:extLst>
            </p:cNvPr>
            <p:cNvSpPr/>
            <p:nvPr/>
          </p:nvSpPr>
          <p:spPr>
            <a:xfrm>
              <a:off x="6414881" y="1575397"/>
              <a:ext cx="2566772" cy="1616225"/>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79" name="Rectangle 78">
              <a:extLst>
                <a:ext uri="{FF2B5EF4-FFF2-40B4-BE49-F238E27FC236}">
                  <a16:creationId xmlns:a16="http://schemas.microsoft.com/office/drawing/2014/main" id="{9CF85004-7F82-3545-B5CF-4CA950EA7AD7}"/>
                </a:ext>
              </a:extLst>
            </p:cNvPr>
            <p:cNvSpPr/>
            <p:nvPr/>
          </p:nvSpPr>
          <p:spPr>
            <a:xfrm>
              <a:off x="6485909" y="2637987"/>
              <a:ext cx="2436363" cy="489161"/>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80" name="Rectangle 79">
              <a:extLst>
                <a:ext uri="{FF2B5EF4-FFF2-40B4-BE49-F238E27FC236}">
                  <a16:creationId xmlns:a16="http://schemas.microsoft.com/office/drawing/2014/main" id="{537A8D92-D0A5-52AE-105E-CC6CAEDB89BF}"/>
                </a:ext>
              </a:extLst>
            </p:cNvPr>
            <p:cNvSpPr/>
            <p:nvPr/>
          </p:nvSpPr>
          <p:spPr>
            <a:xfrm>
              <a:off x="6485909" y="1672417"/>
              <a:ext cx="2436363" cy="965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81" name="Rectangle 80">
              <a:extLst>
                <a:ext uri="{FF2B5EF4-FFF2-40B4-BE49-F238E27FC236}">
                  <a16:creationId xmlns:a16="http://schemas.microsoft.com/office/drawing/2014/main" id="{DD4694BD-742A-4CC3-C8AB-F914B257EDDE}"/>
                </a:ext>
              </a:extLst>
            </p:cNvPr>
            <p:cNvSpPr/>
            <p:nvPr/>
          </p:nvSpPr>
          <p:spPr>
            <a:xfrm>
              <a:off x="6536777" y="2710747"/>
              <a:ext cx="2297582" cy="25681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dirty="0">
                  <a:solidFill>
                    <a:schemeClr val="tx1">
                      <a:lumMod val="75000"/>
                      <a:lumOff val="25000"/>
                    </a:schemeClr>
                  </a:solidFill>
                  <a:latin typeface="Helvetica Neue" panose="02000506040000020004" pitchFamily="2" charset="0"/>
                </a:rPr>
                <a:t>Lorem ipsum dolor sit amet, consectetur adipiscing elit, sed do eiusmod tempor incididunt ut labore et dolore magna aliqua.</a:t>
              </a:r>
              <a:endParaRPr lang="en-RW" sz="700" dirty="0">
                <a:latin typeface="Helvetica 45 Light" panose="020B0500000000000000" pitchFamily="34" charset="0"/>
              </a:endParaRPr>
            </a:p>
          </p:txBody>
        </p:sp>
        <p:sp>
          <p:nvSpPr>
            <p:cNvPr id="82" name="Rectangle: Rounded Corners 81">
              <a:extLst>
                <a:ext uri="{FF2B5EF4-FFF2-40B4-BE49-F238E27FC236}">
                  <a16:creationId xmlns:a16="http://schemas.microsoft.com/office/drawing/2014/main" id="{3E5C1EFC-63D3-259F-F0DC-D06A64315F74}"/>
                </a:ext>
              </a:extLst>
            </p:cNvPr>
            <p:cNvSpPr/>
            <p:nvPr/>
          </p:nvSpPr>
          <p:spPr>
            <a:xfrm>
              <a:off x="6906464" y="3011888"/>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83" name="Rectangle: Rounded Corners 82">
              <a:extLst>
                <a:ext uri="{FF2B5EF4-FFF2-40B4-BE49-F238E27FC236}">
                  <a16:creationId xmlns:a16="http://schemas.microsoft.com/office/drawing/2014/main" id="{F2568350-4F22-4735-31DC-887D4CF6095F}"/>
                </a:ext>
              </a:extLst>
            </p:cNvPr>
            <p:cNvSpPr/>
            <p:nvPr/>
          </p:nvSpPr>
          <p:spPr>
            <a:xfrm>
              <a:off x="6783596" y="3011888"/>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84" name="Rectangle: Rounded Corners 83">
              <a:extLst>
                <a:ext uri="{FF2B5EF4-FFF2-40B4-BE49-F238E27FC236}">
                  <a16:creationId xmlns:a16="http://schemas.microsoft.com/office/drawing/2014/main" id="{F4EC5C45-8618-35CF-AF4C-F3FC3815E350}"/>
                </a:ext>
              </a:extLst>
            </p:cNvPr>
            <p:cNvSpPr/>
            <p:nvPr/>
          </p:nvSpPr>
          <p:spPr>
            <a:xfrm>
              <a:off x="6660728" y="3011888"/>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85" name="Rectangle: Rounded Corners 84">
              <a:extLst>
                <a:ext uri="{FF2B5EF4-FFF2-40B4-BE49-F238E27FC236}">
                  <a16:creationId xmlns:a16="http://schemas.microsoft.com/office/drawing/2014/main" id="{62611107-6A25-0729-9CD1-44BAE6BFBD8D}"/>
                </a:ext>
              </a:extLst>
            </p:cNvPr>
            <p:cNvSpPr/>
            <p:nvPr/>
          </p:nvSpPr>
          <p:spPr>
            <a:xfrm>
              <a:off x="6536777" y="3009556"/>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grpSp>
      <p:sp>
        <p:nvSpPr>
          <p:cNvPr id="86" name="Rectangle: Rounded Corners 85">
            <a:extLst>
              <a:ext uri="{FF2B5EF4-FFF2-40B4-BE49-F238E27FC236}">
                <a16:creationId xmlns:a16="http://schemas.microsoft.com/office/drawing/2014/main" id="{9B0E53FA-E404-EAB1-6CCE-7E9E83C4885A}"/>
              </a:ext>
            </a:extLst>
          </p:cNvPr>
          <p:cNvSpPr/>
          <p:nvPr/>
        </p:nvSpPr>
        <p:spPr>
          <a:xfrm>
            <a:off x="4751845" y="2429735"/>
            <a:ext cx="1039354"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lumMod val="65000"/>
                    <a:lumOff val="35000"/>
                  </a:schemeClr>
                </a:solidFill>
                <a:latin typeface="Helvetica 45 Light" panose="020B0500000000000000" pitchFamily="34" charset="0"/>
              </a:rPr>
              <a:t>View All &gt;</a:t>
            </a:r>
            <a:endParaRPr lang="en-RW" sz="700" b="1" dirty="0">
              <a:solidFill>
                <a:schemeClr val="tx1">
                  <a:lumMod val="65000"/>
                  <a:lumOff val="35000"/>
                </a:schemeClr>
              </a:solidFill>
              <a:latin typeface="Helvetica 45 Light" panose="020B0500000000000000" pitchFamily="34" charset="0"/>
            </a:endParaRPr>
          </a:p>
        </p:txBody>
      </p:sp>
      <p:sp>
        <p:nvSpPr>
          <p:cNvPr id="88" name="TextBox 87">
            <a:extLst>
              <a:ext uri="{FF2B5EF4-FFF2-40B4-BE49-F238E27FC236}">
                <a16:creationId xmlns:a16="http://schemas.microsoft.com/office/drawing/2014/main" id="{0FC7CFBA-A73C-90B5-71FD-D7FB2CD3380E}"/>
              </a:ext>
            </a:extLst>
          </p:cNvPr>
          <p:cNvSpPr txBox="1"/>
          <p:nvPr/>
        </p:nvSpPr>
        <p:spPr>
          <a:xfrm>
            <a:off x="1030453" y="1161386"/>
            <a:ext cx="4760746" cy="261610"/>
          </a:xfrm>
          <a:prstGeom prst="rect">
            <a:avLst/>
          </a:prstGeom>
          <a:noFill/>
        </p:spPr>
        <p:txBody>
          <a:bodyPr wrap="square">
            <a:spAutoFit/>
          </a:bodyPr>
          <a:lstStyle/>
          <a:p>
            <a:r>
              <a:rPr lang="en-US" sz="1100" b="1" dirty="0">
                <a:solidFill>
                  <a:schemeClr val="tx1">
                    <a:lumMod val="75000"/>
                    <a:lumOff val="25000"/>
                  </a:schemeClr>
                </a:solidFill>
                <a:latin typeface="Helvetica 45 Light" panose="020B0500000000000000" pitchFamily="34" charset="0"/>
              </a:rPr>
              <a:t>DATA SCIENTIST</a:t>
            </a:r>
          </a:p>
        </p:txBody>
      </p:sp>
      <p:sp>
        <p:nvSpPr>
          <p:cNvPr id="89" name="Rectangle: Rounded Corners 88">
            <a:extLst>
              <a:ext uri="{FF2B5EF4-FFF2-40B4-BE49-F238E27FC236}">
                <a16:creationId xmlns:a16="http://schemas.microsoft.com/office/drawing/2014/main" id="{3AFAD339-AAF1-F067-96D0-214F7995F941}"/>
              </a:ext>
            </a:extLst>
          </p:cNvPr>
          <p:cNvSpPr/>
          <p:nvPr/>
        </p:nvSpPr>
        <p:spPr>
          <a:xfrm>
            <a:off x="1024467" y="5055249"/>
            <a:ext cx="2451100" cy="28602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lumMod val="75000"/>
                    <a:lumOff val="25000"/>
                  </a:schemeClr>
                </a:solidFill>
                <a:latin typeface="HelveticaNeue MediumCond" panose="020B0506000000000000" pitchFamily="34" charset="0"/>
              </a:rPr>
              <a:t>RESOURCES</a:t>
            </a:r>
            <a:endParaRPr lang="en-RW" sz="1400" b="1" dirty="0">
              <a:solidFill>
                <a:schemeClr val="tx1">
                  <a:lumMod val="75000"/>
                  <a:lumOff val="25000"/>
                </a:schemeClr>
              </a:solidFill>
              <a:latin typeface="HelveticaNeue MediumCond" panose="020B0506000000000000" pitchFamily="34" charset="0"/>
            </a:endParaRPr>
          </a:p>
        </p:txBody>
      </p:sp>
      <p:sp>
        <p:nvSpPr>
          <p:cNvPr id="90" name="TextBox 89">
            <a:extLst>
              <a:ext uri="{FF2B5EF4-FFF2-40B4-BE49-F238E27FC236}">
                <a16:creationId xmlns:a16="http://schemas.microsoft.com/office/drawing/2014/main" id="{30D7E451-3C0E-666E-E519-2D6A43739BB3}"/>
              </a:ext>
            </a:extLst>
          </p:cNvPr>
          <p:cNvSpPr txBox="1"/>
          <p:nvPr/>
        </p:nvSpPr>
        <p:spPr>
          <a:xfrm>
            <a:off x="1029902" y="1421130"/>
            <a:ext cx="4760746" cy="861774"/>
          </a:xfrm>
          <a:prstGeom prst="rect">
            <a:avLst/>
          </a:prstGeom>
          <a:noFill/>
        </p:spPr>
        <p:txBody>
          <a:bodyPr wrap="square">
            <a:spAutoFit/>
          </a:bodyPr>
          <a:lstStyle/>
          <a:p>
            <a:r>
              <a:rPr lang="en-US" sz="1000" dirty="0">
                <a:solidFill>
                  <a:schemeClr val="tx1">
                    <a:lumMod val="75000"/>
                    <a:lumOff val="25000"/>
                  </a:schemeClr>
                </a:solidFill>
                <a:latin typeface="Helvetica Neue" panose="02000506040000020004" pitchFamily="2" charset="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RW" sz="1000" dirty="0">
              <a:solidFill>
                <a:schemeClr val="tx1">
                  <a:lumMod val="75000"/>
                  <a:lumOff val="25000"/>
                </a:schemeClr>
              </a:solidFill>
              <a:latin typeface="Helvetica Neue" panose="02000506040000020004" pitchFamily="2" charset="0"/>
            </a:endParaRPr>
          </a:p>
        </p:txBody>
      </p:sp>
      <p:sp>
        <p:nvSpPr>
          <p:cNvPr id="91" name="Rectangle: Rounded Corners 90">
            <a:extLst>
              <a:ext uri="{FF2B5EF4-FFF2-40B4-BE49-F238E27FC236}">
                <a16:creationId xmlns:a16="http://schemas.microsoft.com/office/drawing/2014/main" id="{13EDFEDC-C46E-7D04-2C86-F5DDF51AB520}"/>
              </a:ext>
            </a:extLst>
          </p:cNvPr>
          <p:cNvSpPr/>
          <p:nvPr/>
        </p:nvSpPr>
        <p:spPr>
          <a:xfrm>
            <a:off x="6261484" y="5055249"/>
            <a:ext cx="2451100" cy="28602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lumMod val="75000"/>
                    <a:lumOff val="25000"/>
                  </a:schemeClr>
                </a:solidFill>
                <a:latin typeface="HelveticaNeue MediumCond" panose="020B0506000000000000" pitchFamily="34" charset="0"/>
              </a:rPr>
              <a:t>PERSONAL</a:t>
            </a:r>
            <a:r>
              <a:rPr lang="en-US" sz="1000" b="1" dirty="0">
                <a:solidFill>
                  <a:schemeClr val="tx1">
                    <a:lumMod val="65000"/>
                    <a:lumOff val="35000"/>
                  </a:schemeClr>
                </a:solidFill>
                <a:latin typeface="Helvetica 45 Light" panose="020B0500000000000000" pitchFamily="34" charset="0"/>
              </a:rPr>
              <a:t> </a:t>
            </a:r>
            <a:r>
              <a:rPr lang="en-US" sz="1400" b="1" dirty="0">
                <a:solidFill>
                  <a:schemeClr val="tx1">
                    <a:lumMod val="75000"/>
                    <a:lumOff val="25000"/>
                  </a:schemeClr>
                </a:solidFill>
                <a:latin typeface="HelveticaNeue MediumCond" panose="020B0506000000000000" pitchFamily="34" charset="0"/>
              </a:rPr>
              <a:t>KNOWLEDGE</a:t>
            </a:r>
            <a:r>
              <a:rPr lang="en-US" sz="1000" b="1" dirty="0">
                <a:solidFill>
                  <a:schemeClr val="tx1">
                    <a:lumMod val="65000"/>
                    <a:lumOff val="35000"/>
                  </a:schemeClr>
                </a:solidFill>
                <a:latin typeface="Helvetica 45 Light" panose="020B0500000000000000" pitchFamily="34" charset="0"/>
              </a:rPr>
              <a:t> </a:t>
            </a:r>
            <a:r>
              <a:rPr lang="en-US" sz="1400" b="1" dirty="0">
                <a:solidFill>
                  <a:schemeClr val="tx1">
                    <a:lumMod val="75000"/>
                    <a:lumOff val="25000"/>
                  </a:schemeClr>
                </a:solidFill>
                <a:latin typeface="HelveticaNeue MediumCond" panose="020B0506000000000000" pitchFamily="34" charset="0"/>
              </a:rPr>
              <a:t>BASE</a:t>
            </a:r>
            <a:endParaRPr lang="en-RW" sz="1400" b="1" dirty="0">
              <a:solidFill>
                <a:schemeClr val="tx1">
                  <a:lumMod val="75000"/>
                  <a:lumOff val="25000"/>
                </a:schemeClr>
              </a:solidFill>
              <a:latin typeface="HelveticaNeue MediumCond" panose="020B0506000000000000" pitchFamily="34" charset="0"/>
            </a:endParaRPr>
          </a:p>
        </p:txBody>
      </p:sp>
      <p:sp>
        <p:nvSpPr>
          <p:cNvPr id="93" name="Rectangle 92">
            <a:extLst>
              <a:ext uri="{FF2B5EF4-FFF2-40B4-BE49-F238E27FC236}">
                <a16:creationId xmlns:a16="http://schemas.microsoft.com/office/drawing/2014/main" id="{53A403B1-FFEC-975F-6171-0C94092E24F3}"/>
              </a:ext>
            </a:extLst>
          </p:cNvPr>
          <p:cNvSpPr/>
          <p:nvPr/>
        </p:nvSpPr>
        <p:spPr>
          <a:xfrm>
            <a:off x="9613900" y="405883"/>
            <a:ext cx="2197100" cy="2363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600" dirty="0">
                <a:solidFill>
                  <a:schemeClr val="bg1">
                    <a:lumMod val="50000"/>
                  </a:schemeClr>
                </a:solidFill>
                <a:latin typeface="Helvetica 45 Light" panose="020B0500000000000000" pitchFamily="34" charset="0"/>
              </a:rPr>
              <a:t>class: social_media, contact, content: social_media, url, img </a:t>
            </a:r>
            <a:endParaRPr lang="en-RW" sz="600" dirty="0">
              <a:solidFill>
                <a:schemeClr val="bg1">
                  <a:lumMod val="50000"/>
                </a:schemeClr>
              </a:solidFill>
              <a:latin typeface="Helvetica 45 Light" panose="020B0500000000000000" pitchFamily="34" charset="0"/>
            </a:endParaRPr>
          </a:p>
        </p:txBody>
      </p:sp>
      <p:sp>
        <p:nvSpPr>
          <p:cNvPr id="94" name="Rectangle 93">
            <a:extLst>
              <a:ext uri="{FF2B5EF4-FFF2-40B4-BE49-F238E27FC236}">
                <a16:creationId xmlns:a16="http://schemas.microsoft.com/office/drawing/2014/main" id="{DC8263E0-E77B-5BEC-5B59-8586C7B84AEF}"/>
              </a:ext>
            </a:extLst>
          </p:cNvPr>
          <p:cNvSpPr/>
          <p:nvPr/>
        </p:nvSpPr>
        <p:spPr>
          <a:xfrm>
            <a:off x="1024466" y="999256"/>
            <a:ext cx="3884084" cy="2363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600" dirty="0">
                <a:solidFill>
                  <a:schemeClr val="bg1">
                    <a:lumMod val="50000"/>
                  </a:schemeClr>
                </a:solidFill>
                <a:latin typeface="Helvetica 45 Light" panose="020B0500000000000000" pitchFamily="34" charset="0"/>
              </a:rPr>
              <a:t>class: resume_home, content: professional_summary_nav_list, resume_home_content, resume_url </a:t>
            </a:r>
            <a:endParaRPr lang="en-RW" sz="600" dirty="0">
              <a:solidFill>
                <a:schemeClr val="bg1">
                  <a:lumMod val="50000"/>
                </a:schemeClr>
              </a:solidFill>
              <a:latin typeface="Helvetica 45 Light" panose="020B0500000000000000" pitchFamily="34" charset="0"/>
            </a:endParaRPr>
          </a:p>
        </p:txBody>
      </p:sp>
      <p:sp>
        <p:nvSpPr>
          <p:cNvPr id="95" name="Rectangle: Rounded Corners 94">
            <a:extLst>
              <a:ext uri="{FF2B5EF4-FFF2-40B4-BE49-F238E27FC236}">
                <a16:creationId xmlns:a16="http://schemas.microsoft.com/office/drawing/2014/main" id="{2E4AAE42-3955-1448-B4A4-6D8EF7B21B15}"/>
              </a:ext>
            </a:extLst>
          </p:cNvPr>
          <p:cNvSpPr/>
          <p:nvPr/>
        </p:nvSpPr>
        <p:spPr>
          <a:xfrm>
            <a:off x="4755224" y="2200212"/>
            <a:ext cx="1035975" cy="21226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600" dirty="0">
                <a:solidFill>
                  <a:schemeClr val="bg1">
                    <a:lumMod val="50000"/>
                  </a:schemeClr>
                </a:solidFill>
                <a:latin typeface="Helvetica 45 Light" panose="020B0500000000000000" pitchFamily="34" charset="0"/>
              </a:rPr>
              <a:t>class: section_navigation</a:t>
            </a:r>
            <a:endParaRPr lang="en-RW" sz="600" b="1" dirty="0">
              <a:solidFill>
                <a:schemeClr val="tx1">
                  <a:lumMod val="75000"/>
                  <a:lumOff val="25000"/>
                </a:schemeClr>
              </a:solidFill>
              <a:latin typeface="Helvetica 45 Light" panose="020B0500000000000000" pitchFamily="34" charset="0"/>
            </a:endParaRPr>
          </a:p>
        </p:txBody>
      </p:sp>
      <p:sp>
        <p:nvSpPr>
          <p:cNvPr id="96" name="Rectangle: Rounded Corners 95">
            <a:extLst>
              <a:ext uri="{FF2B5EF4-FFF2-40B4-BE49-F238E27FC236}">
                <a16:creationId xmlns:a16="http://schemas.microsoft.com/office/drawing/2014/main" id="{F1840D76-A3A3-3B35-0696-255F3AAEA2B3}"/>
              </a:ext>
            </a:extLst>
          </p:cNvPr>
          <p:cNvSpPr/>
          <p:nvPr/>
        </p:nvSpPr>
        <p:spPr>
          <a:xfrm>
            <a:off x="4754580" y="2736044"/>
            <a:ext cx="1035975" cy="21226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600" dirty="0">
                <a:solidFill>
                  <a:schemeClr val="bg1">
                    <a:lumMod val="50000"/>
                  </a:schemeClr>
                </a:solidFill>
                <a:latin typeface="Helvetica 45 Light" panose="020B0500000000000000" pitchFamily="34" charset="0"/>
              </a:rPr>
              <a:t>class: section_navigation</a:t>
            </a:r>
            <a:endParaRPr lang="en-RW" sz="600" b="1" dirty="0">
              <a:solidFill>
                <a:schemeClr val="tx1">
                  <a:lumMod val="75000"/>
                  <a:lumOff val="25000"/>
                </a:schemeClr>
              </a:solidFill>
              <a:latin typeface="Helvetica 45 Light" panose="020B0500000000000000" pitchFamily="34" charset="0"/>
            </a:endParaRPr>
          </a:p>
        </p:txBody>
      </p:sp>
      <p:sp>
        <p:nvSpPr>
          <p:cNvPr id="97" name="Rectangle: Rounded Corners 96">
            <a:extLst>
              <a:ext uri="{FF2B5EF4-FFF2-40B4-BE49-F238E27FC236}">
                <a16:creationId xmlns:a16="http://schemas.microsoft.com/office/drawing/2014/main" id="{62556301-486C-8666-5945-111536D2A3D7}"/>
              </a:ext>
            </a:extLst>
          </p:cNvPr>
          <p:cNvSpPr/>
          <p:nvPr/>
        </p:nvSpPr>
        <p:spPr>
          <a:xfrm>
            <a:off x="10474802" y="1008745"/>
            <a:ext cx="1035975" cy="21226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600" dirty="0">
                <a:solidFill>
                  <a:schemeClr val="bg1">
                    <a:lumMod val="50000"/>
                  </a:schemeClr>
                </a:solidFill>
                <a:latin typeface="Helvetica 45 Light" panose="020B0500000000000000" pitchFamily="34" charset="0"/>
              </a:rPr>
              <a:t>class: section_navigation</a:t>
            </a:r>
            <a:endParaRPr lang="en-RW" sz="600" b="1" dirty="0">
              <a:solidFill>
                <a:schemeClr val="tx1">
                  <a:lumMod val="75000"/>
                  <a:lumOff val="25000"/>
                </a:schemeClr>
              </a:solidFill>
              <a:latin typeface="Helvetica 45 Light" panose="020B0500000000000000" pitchFamily="34" charset="0"/>
            </a:endParaRPr>
          </a:p>
        </p:txBody>
      </p:sp>
      <p:sp>
        <p:nvSpPr>
          <p:cNvPr id="98" name="Rectangle: Rounded Corners 97">
            <a:extLst>
              <a:ext uri="{FF2B5EF4-FFF2-40B4-BE49-F238E27FC236}">
                <a16:creationId xmlns:a16="http://schemas.microsoft.com/office/drawing/2014/main" id="{BEE4A4F2-A1EA-E962-8ED6-1BCCC051C78A}"/>
              </a:ext>
            </a:extLst>
          </p:cNvPr>
          <p:cNvSpPr/>
          <p:nvPr/>
        </p:nvSpPr>
        <p:spPr>
          <a:xfrm>
            <a:off x="936554" y="2688435"/>
            <a:ext cx="3453147" cy="21226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600" dirty="0">
                <a:solidFill>
                  <a:schemeClr val="bg1">
                    <a:lumMod val="50000"/>
                  </a:schemeClr>
                </a:solidFill>
                <a:latin typeface="Helvetica 45 Light" panose="020B0500000000000000" pitchFamily="34" charset="0"/>
              </a:rPr>
              <a:t>class: blog_posts content: blogs: title, highlight, description, domain, subdomain, application area</a:t>
            </a:r>
            <a:endParaRPr lang="en-RW" sz="600" b="1" dirty="0">
              <a:solidFill>
                <a:schemeClr val="tx1">
                  <a:lumMod val="75000"/>
                  <a:lumOff val="25000"/>
                </a:schemeClr>
              </a:solidFill>
              <a:latin typeface="Helvetica 45 Light" panose="020B0500000000000000" pitchFamily="34" charset="0"/>
            </a:endParaRPr>
          </a:p>
        </p:txBody>
      </p:sp>
      <p:pic>
        <p:nvPicPr>
          <p:cNvPr id="1028" name="Picture 4" descr="Image, photo, picture, placeholder icon - Download on Iconfinder">
            <a:extLst>
              <a:ext uri="{FF2B5EF4-FFF2-40B4-BE49-F238E27FC236}">
                <a16:creationId xmlns:a16="http://schemas.microsoft.com/office/drawing/2014/main" id="{5A035123-0D65-3B01-2901-AC58E9ADF06B}"/>
              </a:ext>
            </a:extLst>
          </p:cNvPr>
          <p:cNvPicPr>
            <a:picLocks noChangeAspect="1" noChangeArrowheads="1"/>
          </p:cNvPicPr>
          <p:nvPr/>
        </p:nvPicPr>
        <p:blipFill rotWithShape="1">
          <a:blip r:embed="rId2">
            <a:lum bright="70000" contrast="-70000"/>
            <a:extLst>
              <a:ext uri="{28A0092B-C50C-407E-A947-70E740481C1C}">
                <a14:useLocalDpi xmlns:a14="http://schemas.microsoft.com/office/drawing/2010/main" val="0"/>
              </a:ext>
            </a:extLst>
          </a:blip>
          <a:srcRect l="3099" t="16854" r="1414" b="15656"/>
          <a:stretch/>
        </p:blipFill>
        <p:spPr bwMode="auto">
          <a:xfrm>
            <a:off x="6333509" y="1520017"/>
            <a:ext cx="2436363" cy="97246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Image, photo, picture, placeholder icon - Download on Iconfinder">
            <a:extLst>
              <a:ext uri="{FF2B5EF4-FFF2-40B4-BE49-F238E27FC236}">
                <a16:creationId xmlns:a16="http://schemas.microsoft.com/office/drawing/2014/main" id="{002EF15D-0AAF-E54B-C97F-574280C31A02}"/>
              </a:ext>
            </a:extLst>
          </p:cNvPr>
          <p:cNvPicPr>
            <a:picLocks noChangeAspect="1" noChangeArrowheads="1"/>
          </p:cNvPicPr>
          <p:nvPr/>
        </p:nvPicPr>
        <p:blipFill rotWithShape="1">
          <a:blip r:embed="rId2">
            <a:lum bright="70000" contrast="-70000"/>
            <a:extLst>
              <a:ext uri="{28A0092B-C50C-407E-A947-70E740481C1C}">
                <a14:useLocalDpi xmlns:a14="http://schemas.microsoft.com/office/drawing/2010/main" val="0"/>
              </a:ext>
            </a:extLst>
          </a:blip>
          <a:srcRect l="3099" t="16854" r="1414" b="15656"/>
          <a:stretch/>
        </p:blipFill>
        <p:spPr bwMode="auto">
          <a:xfrm>
            <a:off x="9061937" y="1513118"/>
            <a:ext cx="2436363" cy="9724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Image, photo, picture, placeholder icon - Download on Iconfinder">
            <a:extLst>
              <a:ext uri="{FF2B5EF4-FFF2-40B4-BE49-F238E27FC236}">
                <a16:creationId xmlns:a16="http://schemas.microsoft.com/office/drawing/2014/main" id="{54C86742-7405-158F-CF74-8B0A6A376743}"/>
              </a:ext>
            </a:extLst>
          </p:cNvPr>
          <p:cNvPicPr>
            <a:picLocks noChangeAspect="1" noChangeArrowheads="1"/>
          </p:cNvPicPr>
          <p:nvPr/>
        </p:nvPicPr>
        <p:blipFill rotWithShape="1">
          <a:blip r:embed="rId2">
            <a:lum bright="70000" contrast="-70000"/>
            <a:extLst>
              <a:ext uri="{28A0092B-C50C-407E-A947-70E740481C1C}">
                <a14:useLocalDpi xmlns:a14="http://schemas.microsoft.com/office/drawing/2010/main" val="0"/>
              </a:ext>
            </a:extLst>
          </a:blip>
          <a:srcRect l="3099" t="16854" r="1414" b="15656"/>
          <a:stretch/>
        </p:blipFill>
        <p:spPr bwMode="auto">
          <a:xfrm>
            <a:off x="6327685" y="3271443"/>
            <a:ext cx="2436363" cy="97246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Image, photo, picture, placeholder icon - Download on Iconfinder">
            <a:extLst>
              <a:ext uri="{FF2B5EF4-FFF2-40B4-BE49-F238E27FC236}">
                <a16:creationId xmlns:a16="http://schemas.microsoft.com/office/drawing/2014/main" id="{CADC1BE8-CD86-8580-2C6E-B0D026AA5E10}"/>
              </a:ext>
            </a:extLst>
          </p:cNvPr>
          <p:cNvPicPr>
            <a:picLocks noChangeAspect="1" noChangeArrowheads="1"/>
          </p:cNvPicPr>
          <p:nvPr/>
        </p:nvPicPr>
        <p:blipFill rotWithShape="1">
          <a:blip r:embed="rId2">
            <a:lum bright="70000" contrast="-70000"/>
            <a:extLst>
              <a:ext uri="{28A0092B-C50C-407E-A947-70E740481C1C}">
                <a14:useLocalDpi xmlns:a14="http://schemas.microsoft.com/office/drawing/2010/main" val="0"/>
              </a:ext>
            </a:extLst>
          </a:blip>
          <a:srcRect l="3099" t="16854" r="1414" b="15656"/>
          <a:stretch/>
        </p:blipFill>
        <p:spPr bwMode="auto">
          <a:xfrm>
            <a:off x="9061936" y="3279747"/>
            <a:ext cx="2436363" cy="97246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Image, photo, picture, placeholder icon - Download on Iconfinder">
            <a:extLst>
              <a:ext uri="{FF2B5EF4-FFF2-40B4-BE49-F238E27FC236}">
                <a16:creationId xmlns:a16="http://schemas.microsoft.com/office/drawing/2014/main" id="{626A442B-C085-08A6-6FB3-309EAB1EB3D2}"/>
              </a:ext>
            </a:extLst>
          </p:cNvPr>
          <p:cNvPicPr>
            <a:picLocks noChangeAspect="1" noChangeArrowheads="1"/>
          </p:cNvPicPr>
          <p:nvPr/>
        </p:nvPicPr>
        <p:blipFill rotWithShape="1">
          <a:blip r:embed="rId2">
            <a:lum bright="70000" contrast="-70000"/>
            <a:extLst>
              <a:ext uri="{28A0092B-C50C-407E-A947-70E740481C1C}">
                <a14:useLocalDpi xmlns:a14="http://schemas.microsoft.com/office/drawing/2010/main" val="0"/>
              </a:ext>
            </a:extLst>
          </a:blip>
          <a:srcRect l="3099" t="16854" r="1414" b="15656"/>
          <a:stretch/>
        </p:blipFill>
        <p:spPr bwMode="auto">
          <a:xfrm>
            <a:off x="1039617" y="3254889"/>
            <a:ext cx="1028362" cy="41046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descr="Image, photo, picture, placeholder icon - Download on Iconfinder">
            <a:extLst>
              <a:ext uri="{FF2B5EF4-FFF2-40B4-BE49-F238E27FC236}">
                <a16:creationId xmlns:a16="http://schemas.microsoft.com/office/drawing/2014/main" id="{AD28194F-D5C5-72E1-232E-93DA1F5FE271}"/>
              </a:ext>
            </a:extLst>
          </p:cNvPr>
          <p:cNvPicPr>
            <a:picLocks noChangeAspect="1" noChangeArrowheads="1"/>
          </p:cNvPicPr>
          <p:nvPr/>
        </p:nvPicPr>
        <p:blipFill rotWithShape="1">
          <a:blip r:embed="rId2">
            <a:lum bright="70000" contrast="-70000"/>
            <a:extLst>
              <a:ext uri="{28A0092B-C50C-407E-A947-70E740481C1C}">
                <a14:useLocalDpi xmlns:a14="http://schemas.microsoft.com/office/drawing/2010/main" val="0"/>
              </a:ext>
            </a:extLst>
          </a:blip>
          <a:srcRect l="3099" t="16854" r="1414" b="15656"/>
          <a:stretch/>
        </p:blipFill>
        <p:spPr bwMode="auto">
          <a:xfrm>
            <a:off x="1039617" y="3807431"/>
            <a:ext cx="1028362" cy="410468"/>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descr="Image, photo, picture, placeholder icon - Download on Iconfinder">
            <a:extLst>
              <a:ext uri="{FF2B5EF4-FFF2-40B4-BE49-F238E27FC236}">
                <a16:creationId xmlns:a16="http://schemas.microsoft.com/office/drawing/2014/main" id="{15BED689-8698-8E68-6A46-DF9B18C9773E}"/>
              </a:ext>
            </a:extLst>
          </p:cNvPr>
          <p:cNvPicPr>
            <a:picLocks noChangeAspect="1" noChangeArrowheads="1"/>
          </p:cNvPicPr>
          <p:nvPr/>
        </p:nvPicPr>
        <p:blipFill rotWithShape="1">
          <a:blip r:embed="rId2">
            <a:lum bright="70000" contrast="-70000"/>
            <a:extLst>
              <a:ext uri="{28A0092B-C50C-407E-A947-70E740481C1C}">
                <a14:useLocalDpi xmlns:a14="http://schemas.microsoft.com/office/drawing/2010/main" val="0"/>
              </a:ext>
            </a:extLst>
          </a:blip>
          <a:srcRect l="3099" t="16854" r="1414" b="15656"/>
          <a:stretch/>
        </p:blipFill>
        <p:spPr bwMode="auto">
          <a:xfrm>
            <a:off x="1027414" y="4388402"/>
            <a:ext cx="1028362" cy="410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6764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A3CAB5C9-6D2A-2D90-CC33-595D3FE3E43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D144B26-E7B5-974E-85EF-193D9786AA58}"/>
              </a:ext>
            </a:extLst>
          </p:cNvPr>
          <p:cNvSpPr/>
          <p:nvPr/>
        </p:nvSpPr>
        <p:spPr>
          <a:xfrm>
            <a:off x="502480" y="255018"/>
            <a:ext cx="11520000" cy="935143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RW" dirty="0"/>
          </a:p>
        </p:txBody>
      </p:sp>
      <p:sp>
        <p:nvSpPr>
          <p:cNvPr id="5" name="Rectangle 4">
            <a:extLst>
              <a:ext uri="{FF2B5EF4-FFF2-40B4-BE49-F238E27FC236}">
                <a16:creationId xmlns:a16="http://schemas.microsoft.com/office/drawing/2014/main" id="{2DE80F41-1285-DBBB-DD40-19B0F43A451D}"/>
              </a:ext>
            </a:extLst>
          </p:cNvPr>
          <p:cNvSpPr/>
          <p:nvPr/>
        </p:nvSpPr>
        <p:spPr>
          <a:xfrm rot="16200000">
            <a:off x="-2760122" y="6343853"/>
            <a:ext cx="6022726" cy="5024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2400" dirty="0">
                <a:solidFill>
                  <a:srgbClr val="0070C0"/>
                </a:solidFill>
              </a:rPr>
              <a:t>HOME PAGE</a:t>
            </a:r>
            <a:endParaRPr lang="en-RW" sz="2400" dirty="0">
              <a:solidFill>
                <a:srgbClr val="0070C0"/>
              </a:solidFill>
            </a:endParaRPr>
          </a:p>
        </p:txBody>
      </p:sp>
      <p:sp>
        <p:nvSpPr>
          <p:cNvPr id="6" name="Rectangle 5">
            <a:extLst>
              <a:ext uri="{FF2B5EF4-FFF2-40B4-BE49-F238E27FC236}">
                <a16:creationId xmlns:a16="http://schemas.microsoft.com/office/drawing/2014/main" id="{6B37B880-9771-F2FA-75CA-5138C468F941}"/>
              </a:ext>
            </a:extLst>
          </p:cNvPr>
          <p:cNvSpPr/>
          <p:nvPr/>
        </p:nvSpPr>
        <p:spPr>
          <a:xfrm>
            <a:off x="746275" y="405884"/>
            <a:ext cx="10988984" cy="52598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RW" dirty="0">
              <a:solidFill>
                <a:schemeClr val="bg1">
                  <a:lumMod val="95000"/>
                </a:schemeClr>
              </a:solidFill>
            </a:endParaRPr>
          </a:p>
        </p:txBody>
      </p:sp>
      <p:sp>
        <p:nvSpPr>
          <p:cNvPr id="7" name="Rectangle 6">
            <a:extLst>
              <a:ext uri="{FF2B5EF4-FFF2-40B4-BE49-F238E27FC236}">
                <a16:creationId xmlns:a16="http://schemas.microsoft.com/office/drawing/2014/main" id="{CF0F582A-1186-4778-CBF9-E63FEF4D26FB}"/>
              </a:ext>
            </a:extLst>
          </p:cNvPr>
          <p:cNvSpPr/>
          <p:nvPr/>
        </p:nvSpPr>
        <p:spPr>
          <a:xfrm>
            <a:off x="746275" y="405882"/>
            <a:ext cx="1707420" cy="52598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dirty="0" err="1">
                <a:solidFill>
                  <a:schemeClr val="tx1">
                    <a:lumMod val="65000"/>
                    <a:lumOff val="35000"/>
                  </a:schemeClr>
                </a:solidFill>
              </a:rPr>
              <a:t>Shortform_title</a:t>
            </a:r>
            <a:endParaRPr lang="en-RW" dirty="0">
              <a:solidFill>
                <a:schemeClr val="tx1">
                  <a:lumMod val="65000"/>
                  <a:lumOff val="35000"/>
                </a:schemeClr>
              </a:solidFill>
            </a:endParaRPr>
          </a:p>
        </p:txBody>
      </p:sp>
      <p:sp>
        <p:nvSpPr>
          <p:cNvPr id="8" name="Rectangle 7">
            <a:extLst>
              <a:ext uri="{FF2B5EF4-FFF2-40B4-BE49-F238E27FC236}">
                <a16:creationId xmlns:a16="http://schemas.microsoft.com/office/drawing/2014/main" id="{8DB4C2E5-59FC-921A-5758-310EC1E2F99C}"/>
              </a:ext>
            </a:extLst>
          </p:cNvPr>
          <p:cNvSpPr/>
          <p:nvPr/>
        </p:nvSpPr>
        <p:spPr>
          <a:xfrm>
            <a:off x="2776027" y="405882"/>
            <a:ext cx="7357009" cy="52598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dirty="0">
                <a:solidFill>
                  <a:schemeClr val="tx1">
                    <a:lumMod val="65000"/>
                    <a:lumOff val="35000"/>
                  </a:schemeClr>
                </a:solidFill>
              </a:rPr>
              <a:t>Projects | Blog |</a:t>
            </a:r>
            <a:endParaRPr lang="en-RW" dirty="0">
              <a:solidFill>
                <a:schemeClr val="tx1">
                  <a:lumMod val="65000"/>
                  <a:lumOff val="35000"/>
                </a:schemeClr>
              </a:solidFill>
            </a:endParaRPr>
          </a:p>
        </p:txBody>
      </p:sp>
      <p:sp>
        <p:nvSpPr>
          <p:cNvPr id="10" name="Rectangle 9">
            <a:extLst>
              <a:ext uri="{FF2B5EF4-FFF2-40B4-BE49-F238E27FC236}">
                <a16:creationId xmlns:a16="http://schemas.microsoft.com/office/drawing/2014/main" id="{44235B2A-6493-ABF1-1AF5-964A9497429C}"/>
              </a:ext>
            </a:extLst>
          </p:cNvPr>
          <p:cNvSpPr/>
          <p:nvPr/>
        </p:nvSpPr>
        <p:spPr>
          <a:xfrm>
            <a:off x="3890883" y="1155410"/>
            <a:ext cx="3886772" cy="36362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dirty="0">
                <a:solidFill>
                  <a:schemeClr val="tx1">
                    <a:lumMod val="65000"/>
                    <a:lumOff val="35000"/>
                  </a:schemeClr>
                </a:solidFill>
              </a:rPr>
              <a:t>Longform title</a:t>
            </a:r>
          </a:p>
          <a:p>
            <a:r>
              <a:rPr lang="en-US" dirty="0">
                <a:solidFill>
                  <a:schemeClr val="tx1">
                    <a:lumMod val="65000"/>
                    <a:lumOff val="35000"/>
                  </a:schemeClr>
                </a:solidFill>
              </a:rPr>
              <a:t>Professional_title</a:t>
            </a:r>
          </a:p>
          <a:p>
            <a:r>
              <a:rPr lang="en-US" dirty="0">
                <a:solidFill>
                  <a:schemeClr val="tx1">
                    <a:lumMod val="65000"/>
                    <a:lumOff val="35000"/>
                  </a:schemeClr>
                </a:solidFill>
              </a:rPr>
              <a:t>Professional_summary</a:t>
            </a:r>
          </a:p>
          <a:p>
            <a:r>
              <a:rPr lang="en-US" dirty="0">
                <a:solidFill>
                  <a:schemeClr val="tx1">
                    <a:lumMod val="65000"/>
                    <a:lumOff val="35000"/>
                  </a:schemeClr>
                </a:solidFill>
              </a:rPr>
              <a:t>resume_link &gt; (resume_link, resume_link_text</a:t>
            </a:r>
          </a:p>
        </p:txBody>
      </p:sp>
      <p:sp>
        <p:nvSpPr>
          <p:cNvPr id="11" name="Rectangle 10">
            <a:extLst>
              <a:ext uri="{FF2B5EF4-FFF2-40B4-BE49-F238E27FC236}">
                <a16:creationId xmlns:a16="http://schemas.microsoft.com/office/drawing/2014/main" id="{C250AECB-12BE-613D-37A2-F9A2406C15F0}"/>
              </a:ext>
            </a:extLst>
          </p:cNvPr>
          <p:cNvSpPr/>
          <p:nvPr/>
        </p:nvSpPr>
        <p:spPr>
          <a:xfrm>
            <a:off x="746275" y="1123187"/>
            <a:ext cx="2900815" cy="735583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dirty="0">
                <a:solidFill>
                  <a:schemeClr val="tx1">
                    <a:lumMod val="65000"/>
                    <a:lumOff val="35000"/>
                  </a:schemeClr>
                </a:solidFill>
              </a:rPr>
              <a:t>&gt; Blog Posts</a:t>
            </a:r>
          </a:p>
        </p:txBody>
      </p:sp>
      <p:sp>
        <p:nvSpPr>
          <p:cNvPr id="14" name="Rectangle 13">
            <a:extLst>
              <a:ext uri="{FF2B5EF4-FFF2-40B4-BE49-F238E27FC236}">
                <a16:creationId xmlns:a16="http://schemas.microsoft.com/office/drawing/2014/main" id="{C365B968-E07F-C200-84D8-3DC7CD7D70B4}"/>
              </a:ext>
            </a:extLst>
          </p:cNvPr>
          <p:cNvSpPr/>
          <p:nvPr/>
        </p:nvSpPr>
        <p:spPr>
          <a:xfrm>
            <a:off x="771709" y="8702566"/>
            <a:ext cx="10956110" cy="68034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dirty="0">
                <a:solidFill>
                  <a:schemeClr val="tx1">
                    <a:lumMod val="65000"/>
                    <a:lumOff val="35000"/>
                  </a:schemeClr>
                </a:solidFill>
              </a:rPr>
              <a:t>&gt; footer</a:t>
            </a:r>
          </a:p>
        </p:txBody>
      </p:sp>
      <p:sp>
        <p:nvSpPr>
          <p:cNvPr id="2" name="Rectangle 1">
            <a:extLst>
              <a:ext uri="{FF2B5EF4-FFF2-40B4-BE49-F238E27FC236}">
                <a16:creationId xmlns:a16="http://schemas.microsoft.com/office/drawing/2014/main" id="{98D64074-0F95-9904-7D3B-492FC702B8C7}"/>
              </a:ext>
            </a:extLst>
          </p:cNvPr>
          <p:cNvSpPr/>
          <p:nvPr/>
        </p:nvSpPr>
        <p:spPr>
          <a:xfrm>
            <a:off x="7848488" y="1122510"/>
            <a:ext cx="3886771" cy="36362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dirty="0">
                <a:solidFill>
                  <a:schemeClr val="tx1">
                    <a:lumMod val="65000"/>
                    <a:lumOff val="35000"/>
                  </a:schemeClr>
                </a:solidFill>
              </a:rPr>
              <a:t>Longform title</a:t>
            </a:r>
          </a:p>
          <a:p>
            <a:r>
              <a:rPr lang="en-US" dirty="0">
                <a:solidFill>
                  <a:schemeClr val="tx1">
                    <a:lumMod val="65000"/>
                    <a:lumOff val="35000"/>
                  </a:schemeClr>
                </a:solidFill>
              </a:rPr>
              <a:t>Professional_title</a:t>
            </a:r>
          </a:p>
          <a:p>
            <a:r>
              <a:rPr lang="en-US" dirty="0">
                <a:solidFill>
                  <a:schemeClr val="tx1">
                    <a:lumMod val="65000"/>
                    <a:lumOff val="35000"/>
                  </a:schemeClr>
                </a:solidFill>
              </a:rPr>
              <a:t>Professional_summary</a:t>
            </a:r>
          </a:p>
          <a:p>
            <a:r>
              <a:rPr lang="en-US" dirty="0">
                <a:solidFill>
                  <a:schemeClr val="tx1">
                    <a:lumMod val="65000"/>
                    <a:lumOff val="35000"/>
                  </a:schemeClr>
                </a:solidFill>
              </a:rPr>
              <a:t>resume_link &gt; (resume_link, resume_link_text</a:t>
            </a:r>
          </a:p>
        </p:txBody>
      </p:sp>
    </p:spTree>
    <p:extLst>
      <p:ext uri="{BB962C8B-B14F-4D97-AF65-F5344CB8AC3E}">
        <p14:creationId xmlns:p14="http://schemas.microsoft.com/office/powerpoint/2010/main" val="36203475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1907</TotalTime>
  <Words>409</Words>
  <Application>Microsoft Office PowerPoint</Application>
  <PresentationFormat>Custom</PresentationFormat>
  <Paragraphs>42</Paragraphs>
  <Slides>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Aptos</vt:lpstr>
      <vt:lpstr>Aptos Display</vt:lpstr>
      <vt:lpstr>Arial</vt:lpstr>
      <vt:lpstr>Helvetica 45 Light</vt:lpstr>
      <vt:lpstr>Helvetica Neue</vt:lpstr>
      <vt:lpstr>HelveticaNeue MediumCond</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Sandra Alemayehu</dc:creator>
  <cp:lastModifiedBy>Sandra Alemayehu</cp:lastModifiedBy>
  <cp:revision>3</cp:revision>
  <dcterms:created xsi:type="dcterms:W3CDTF">2025-05-03T12:37:32Z</dcterms:created>
  <dcterms:modified xsi:type="dcterms:W3CDTF">2025-05-04T20:25:21Z</dcterms:modified>
</cp:coreProperties>
</file>