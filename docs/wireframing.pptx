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7" r:id="rId2"/>
    <p:sldId id="256" r:id="rId3"/>
    <p:sldId id="259" r:id="rId4"/>
    <p:sldId id="260" r:id="rId5"/>
    <p:sldId id="258" r:id="rId6"/>
  </p:sldIdLst>
  <p:sldSz cx="12192000" cy="104584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1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p:scale>
          <a:sx n="125" d="100"/>
          <a:sy n="125" d="100"/>
        </p:scale>
        <p:origin x="80"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F1CC6-A5E8-4532-BE3C-579E79C340D7}" type="datetimeFigureOut">
              <a:rPr lang="en-RW" smtClean="0"/>
              <a:t>12/05/2025</a:t>
            </a:fld>
            <a:endParaRPr lang="en-RW"/>
          </a:p>
        </p:txBody>
      </p:sp>
      <p:sp>
        <p:nvSpPr>
          <p:cNvPr id="4" name="Slide Image Placeholder 3"/>
          <p:cNvSpPr>
            <a:spLocks noGrp="1" noRot="1" noChangeAspect="1"/>
          </p:cNvSpPr>
          <p:nvPr>
            <p:ph type="sldImg" idx="2"/>
          </p:nvPr>
        </p:nvSpPr>
        <p:spPr>
          <a:xfrm>
            <a:off x="1630363" y="1143000"/>
            <a:ext cx="3597275" cy="3086100"/>
          </a:xfrm>
          <a:prstGeom prst="rect">
            <a:avLst/>
          </a:prstGeom>
          <a:noFill/>
          <a:ln w="12700">
            <a:solidFill>
              <a:prstClr val="black"/>
            </a:solidFill>
          </a:ln>
        </p:spPr>
        <p:txBody>
          <a:bodyPr vert="horz" lIns="91440" tIns="45720" rIns="91440" bIns="45720" rtlCol="0" anchor="ctr"/>
          <a:lstStyle/>
          <a:p>
            <a:endParaRPr lang="en-R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099FD6-40C1-42E2-9981-C3C7583A46B7}" type="slidenum">
              <a:rPr lang="en-RW" smtClean="0"/>
              <a:t>‹#›</a:t>
            </a:fld>
            <a:endParaRPr lang="en-RW"/>
          </a:p>
        </p:txBody>
      </p:sp>
    </p:spTree>
    <p:extLst>
      <p:ext uri="{BB962C8B-B14F-4D97-AF65-F5344CB8AC3E}">
        <p14:creationId xmlns:p14="http://schemas.microsoft.com/office/powerpoint/2010/main" val="2584758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43099FD6-40C1-42E2-9981-C3C7583A46B7}" type="slidenum">
              <a:rPr lang="en-RW" smtClean="0"/>
              <a:t>2</a:t>
            </a:fld>
            <a:endParaRPr lang="en-RW"/>
          </a:p>
        </p:txBody>
      </p:sp>
    </p:spTree>
    <p:extLst>
      <p:ext uri="{BB962C8B-B14F-4D97-AF65-F5344CB8AC3E}">
        <p14:creationId xmlns:p14="http://schemas.microsoft.com/office/powerpoint/2010/main" val="93267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AF051-1A74-E095-6BCB-6B77EDA43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E67F7-242D-C711-B175-20322FFC5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54CF9-8413-FEFE-EE09-3511C4921258}"/>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888239B8-4923-3C5E-292C-62FFEDF2E24D}"/>
              </a:ext>
            </a:extLst>
          </p:cNvPr>
          <p:cNvSpPr>
            <a:spLocks noGrp="1"/>
          </p:cNvSpPr>
          <p:nvPr>
            <p:ph type="sldNum" sz="quarter" idx="5"/>
          </p:nvPr>
        </p:nvSpPr>
        <p:spPr/>
        <p:txBody>
          <a:bodyPr/>
          <a:lstStyle/>
          <a:p>
            <a:fld id="{43099FD6-40C1-42E2-9981-C3C7583A46B7}" type="slidenum">
              <a:rPr lang="en-RW" smtClean="0"/>
              <a:t>3</a:t>
            </a:fld>
            <a:endParaRPr lang="en-RW"/>
          </a:p>
        </p:txBody>
      </p:sp>
    </p:spTree>
    <p:extLst>
      <p:ext uri="{BB962C8B-B14F-4D97-AF65-F5344CB8AC3E}">
        <p14:creationId xmlns:p14="http://schemas.microsoft.com/office/powerpoint/2010/main" val="16460451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F3408-C4B0-5E1F-DCBF-75197B645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4ED52-2158-5E36-40C1-AF6D9FD0D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E8C368-6616-EB5D-3E63-3FEAAE46147D}"/>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4A90AF53-A521-2A3B-4E44-DDD567CD0ABC}"/>
              </a:ext>
            </a:extLst>
          </p:cNvPr>
          <p:cNvSpPr>
            <a:spLocks noGrp="1"/>
          </p:cNvSpPr>
          <p:nvPr>
            <p:ph type="sldNum" sz="quarter" idx="5"/>
          </p:nvPr>
        </p:nvSpPr>
        <p:spPr/>
        <p:txBody>
          <a:bodyPr/>
          <a:lstStyle/>
          <a:p>
            <a:fld id="{43099FD6-40C1-42E2-9981-C3C7583A46B7}" type="slidenum">
              <a:rPr lang="en-RW" smtClean="0"/>
              <a:t>4</a:t>
            </a:fld>
            <a:endParaRPr lang="en-RW"/>
          </a:p>
        </p:txBody>
      </p:sp>
    </p:spTree>
    <p:extLst>
      <p:ext uri="{BB962C8B-B14F-4D97-AF65-F5344CB8AC3E}">
        <p14:creationId xmlns:p14="http://schemas.microsoft.com/office/powerpoint/2010/main" val="2718659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11604"/>
            <a:ext cx="10363200" cy="3641090"/>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5493108"/>
            <a:ext cx="9144000" cy="2525037"/>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4222190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706565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607353"/>
            <a:ext cx="10515600" cy="4350424"/>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6998933"/>
            <a:ext cx="10515600" cy="2287785"/>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2822052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784078"/>
            <a:ext cx="5181600" cy="66357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784078"/>
            <a:ext cx="5181600" cy="66357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6" name="Footer Placeholder 5"/>
          <p:cNvSpPr>
            <a:spLocks noGrp="1"/>
          </p:cNvSpPr>
          <p:nvPr>
            <p:ph type="ftr" sz="quarter" idx="11"/>
          </p:nvPr>
        </p:nvSpPr>
        <p:spPr/>
        <p:txBody>
          <a:bodyPr/>
          <a:lstStyle/>
          <a:p>
            <a:endParaRPr lang="en-RW" dirty="0"/>
          </a:p>
        </p:txBody>
      </p:sp>
      <p:sp>
        <p:nvSpPr>
          <p:cNvPr id="7" name="Slide Number Placeholder 6"/>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642855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556818"/>
            <a:ext cx="10515600" cy="20214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563773"/>
            <a:ext cx="5157787" cy="125646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3820239"/>
            <a:ext cx="5157787" cy="561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563773"/>
            <a:ext cx="5183188" cy="1256466"/>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3820239"/>
            <a:ext cx="5183188" cy="561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8" name="Footer Placeholder 7"/>
          <p:cNvSpPr>
            <a:spLocks noGrp="1"/>
          </p:cNvSpPr>
          <p:nvPr>
            <p:ph type="ftr" sz="quarter" idx="11"/>
          </p:nvPr>
        </p:nvSpPr>
        <p:spPr/>
        <p:txBody>
          <a:bodyPr/>
          <a:lstStyle/>
          <a:p>
            <a:endParaRPr lang="en-RW" dirty="0"/>
          </a:p>
        </p:txBody>
      </p:sp>
      <p:sp>
        <p:nvSpPr>
          <p:cNvPr id="9" name="Slide Number Placeholder 8"/>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077103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4" name="Footer Placeholder 3"/>
          <p:cNvSpPr>
            <a:spLocks noGrp="1"/>
          </p:cNvSpPr>
          <p:nvPr>
            <p:ph type="ftr" sz="quarter" idx="11"/>
          </p:nvPr>
        </p:nvSpPr>
        <p:spPr/>
        <p:txBody>
          <a:bodyPr/>
          <a:lstStyle/>
          <a:p>
            <a:endParaRPr lang="en-RW" dirty="0"/>
          </a:p>
        </p:txBody>
      </p:sp>
      <p:sp>
        <p:nvSpPr>
          <p:cNvPr id="5" name="Slide Number Placeholder 4"/>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989414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3" name="Footer Placeholder 2"/>
          <p:cNvSpPr>
            <a:spLocks noGrp="1"/>
          </p:cNvSpPr>
          <p:nvPr>
            <p:ph type="ftr" sz="quarter" idx="11"/>
          </p:nvPr>
        </p:nvSpPr>
        <p:spPr/>
        <p:txBody>
          <a:bodyPr/>
          <a:lstStyle/>
          <a:p>
            <a:endParaRPr lang="en-RW" dirty="0"/>
          </a:p>
        </p:txBody>
      </p:sp>
      <p:sp>
        <p:nvSpPr>
          <p:cNvPr id="4" name="Slide Number Placeholder 3"/>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3121628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97230"/>
            <a:ext cx="3932237" cy="2440305"/>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505825"/>
            <a:ext cx="6172200" cy="7432278"/>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3137535"/>
            <a:ext cx="3932237" cy="581267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6" name="Footer Placeholder 5"/>
          <p:cNvSpPr>
            <a:spLocks noGrp="1"/>
          </p:cNvSpPr>
          <p:nvPr>
            <p:ph type="ftr" sz="quarter" idx="11"/>
          </p:nvPr>
        </p:nvSpPr>
        <p:spPr/>
        <p:txBody>
          <a:bodyPr/>
          <a:lstStyle/>
          <a:p>
            <a:endParaRPr lang="en-RW" dirty="0"/>
          </a:p>
        </p:txBody>
      </p:sp>
      <p:sp>
        <p:nvSpPr>
          <p:cNvPr id="7" name="Slide Number Placeholder 6"/>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1891581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97230"/>
            <a:ext cx="3932237" cy="2440305"/>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505825"/>
            <a:ext cx="6172200" cy="7432278"/>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dirty="0"/>
              <a:t>Click icon to add picture</a:t>
            </a:r>
          </a:p>
        </p:txBody>
      </p:sp>
      <p:sp>
        <p:nvSpPr>
          <p:cNvPr id="4" name="Text Placeholder 3"/>
          <p:cNvSpPr>
            <a:spLocks noGrp="1"/>
          </p:cNvSpPr>
          <p:nvPr>
            <p:ph type="body" sz="half" idx="2"/>
          </p:nvPr>
        </p:nvSpPr>
        <p:spPr>
          <a:xfrm>
            <a:off x="839788" y="3137535"/>
            <a:ext cx="3932237" cy="581267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6" name="Footer Placeholder 5"/>
          <p:cNvSpPr>
            <a:spLocks noGrp="1"/>
          </p:cNvSpPr>
          <p:nvPr>
            <p:ph type="ftr" sz="quarter" idx="11"/>
          </p:nvPr>
        </p:nvSpPr>
        <p:spPr/>
        <p:txBody>
          <a:bodyPr/>
          <a:lstStyle/>
          <a:p>
            <a:endParaRPr lang="en-RW" dirty="0"/>
          </a:p>
        </p:txBody>
      </p:sp>
      <p:sp>
        <p:nvSpPr>
          <p:cNvPr id="7" name="Slide Number Placeholder 6"/>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610416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156682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556816"/>
            <a:ext cx="2628900" cy="886305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556816"/>
            <a:ext cx="7734300" cy="88630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4BCB95-910A-4F3B-B592-4660AB993B82}" type="datetimeFigureOut">
              <a:rPr lang="en-RW" smtClean="0"/>
              <a:t>12/05/2025</a:t>
            </a:fld>
            <a:endParaRPr lang="en-RW" dirty="0"/>
          </a:p>
        </p:txBody>
      </p:sp>
      <p:sp>
        <p:nvSpPr>
          <p:cNvPr id="5" name="Footer Placeholder 4"/>
          <p:cNvSpPr>
            <a:spLocks noGrp="1"/>
          </p:cNvSpPr>
          <p:nvPr>
            <p:ph type="ftr" sz="quarter" idx="11"/>
          </p:nvPr>
        </p:nvSpPr>
        <p:spPr/>
        <p:txBody>
          <a:bodyPr/>
          <a:lstStyle/>
          <a:p>
            <a:endParaRPr lang="en-RW" dirty="0"/>
          </a:p>
        </p:txBody>
      </p:sp>
      <p:sp>
        <p:nvSpPr>
          <p:cNvPr id="6" name="Slide Number Placeholder 5"/>
          <p:cNvSpPr>
            <a:spLocks noGrp="1"/>
          </p:cNvSpPr>
          <p:nvPr>
            <p:ph type="sldNum" sz="quarter" idx="12"/>
          </p:nvPr>
        </p:nvSpPr>
        <p:spPr/>
        <p:txBody>
          <a:bodyPr/>
          <a:lstStyle/>
          <a:p>
            <a:fld id="{FEB28D0A-8BC2-4435-8FE3-50A1DFF66D8E}" type="slidenum">
              <a:rPr lang="en-RW" smtClean="0"/>
              <a:t>‹#›</a:t>
            </a:fld>
            <a:endParaRPr lang="en-RW" dirty="0"/>
          </a:p>
        </p:txBody>
      </p:sp>
    </p:spTree>
    <p:extLst>
      <p:ext uri="{BB962C8B-B14F-4D97-AF65-F5344CB8AC3E}">
        <p14:creationId xmlns:p14="http://schemas.microsoft.com/office/powerpoint/2010/main" val="526567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56818"/>
            <a:ext cx="10515600" cy="20214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784078"/>
            <a:ext cx="10515600" cy="66357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9693436"/>
            <a:ext cx="2743200" cy="556816"/>
          </a:xfrm>
          <a:prstGeom prst="rect">
            <a:avLst/>
          </a:prstGeom>
        </p:spPr>
        <p:txBody>
          <a:bodyPr vert="horz" lIns="91440" tIns="45720" rIns="91440" bIns="45720" rtlCol="0" anchor="ctr"/>
          <a:lstStyle>
            <a:lvl1pPr algn="l">
              <a:defRPr sz="1600">
                <a:solidFill>
                  <a:schemeClr val="tx1">
                    <a:tint val="82000"/>
                  </a:schemeClr>
                </a:solidFill>
              </a:defRPr>
            </a:lvl1pPr>
          </a:lstStyle>
          <a:p>
            <a:fld id="{754BCB95-910A-4F3B-B592-4660AB993B82}" type="datetimeFigureOut">
              <a:rPr lang="en-RW" smtClean="0"/>
              <a:t>12/05/2025</a:t>
            </a:fld>
            <a:endParaRPr lang="en-RW" dirty="0"/>
          </a:p>
        </p:txBody>
      </p:sp>
      <p:sp>
        <p:nvSpPr>
          <p:cNvPr id="5" name="Footer Placeholder 4"/>
          <p:cNvSpPr>
            <a:spLocks noGrp="1"/>
          </p:cNvSpPr>
          <p:nvPr>
            <p:ph type="ftr" sz="quarter" idx="3"/>
          </p:nvPr>
        </p:nvSpPr>
        <p:spPr>
          <a:xfrm>
            <a:off x="4038600" y="9693436"/>
            <a:ext cx="4114800" cy="556816"/>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RW" dirty="0"/>
          </a:p>
        </p:txBody>
      </p:sp>
      <p:sp>
        <p:nvSpPr>
          <p:cNvPr id="6" name="Slide Number Placeholder 5"/>
          <p:cNvSpPr>
            <a:spLocks noGrp="1"/>
          </p:cNvSpPr>
          <p:nvPr>
            <p:ph type="sldNum" sz="quarter" idx="4"/>
          </p:nvPr>
        </p:nvSpPr>
        <p:spPr>
          <a:xfrm>
            <a:off x="8610600" y="9693436"/>
            <a:ext cx="2743200" cy="556816"/>
          </a:xfrm>
          <a:prstGeom prst="rect">
            <a:avLst/>
          </a:prstGeom>
        </p:spPr>
        <p:txBody>
          <a:bodyPr vert="horz" lIns="91440" tIns="45720" rIns="91440" bIns="45720" rtlCol="0" anchor="ctr"/>
          <a:lstStyle>
            <a:lvl1pPr algn="r">
              <a:defRPr sz="1600">
                <a:solidFill>
                  <a:schemeClr val="tx1">
                    <a:tint val="82000"/>
                  </a:schemeClr>
                </a:solidFill>
              </a:defRPr>
            </a:lvl1pPr>
          </a:lstStyle>
          <a:p>
            <a:fld id="{FEB28D0A-8BC2-4435-8FE3-50A1DFF66D8E}" type="slidenum">
              <a:rPr lang="en-RW" smtClean="0"/>
              <a:t>‹#›</a:t>
            </a:fld>
            <a:endParaRPr lang="en-RW" dirty="0"/>
          </a:p>
        </p:txBody>
      </p:sp>
    </p:spTree>
    <p:extLst>
      <p:ext uri="{BB962C8B-B14F-4D97-AF65-F5344CB8AC3E}">
        <p14:creationId xmlns:p14="http://schemas.microsoft.com/office/powerpoint/2010/main" val="19634962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68D63A-5BD2-19CF-3428-0B943A9AAD78}"/>
              </a:ext>
            </a:extLst>
          </p:cNvPr>
          <p:cNvSpPr/>
          <p:nvPr/>
        </p:nvSpPr>
        <p:spPr>
          <a:xfrm>
            <a:off x="2133600" y="2057400"/>
            <a:ext cx="5760000" cy="324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IMAGE 3</a:t>
            </a:r>
          </a:p>
          <a:p>
            <a:pPr algn="ctr"/>
            <a:r>
              <a:rPr lang="en-US" dirty="0"/>
              <a:t>16:9</a:t>
            </a:r>
            <a:endParaRPr lang="en-RW" dirty="0"/>
          </a:p>
        </p:txBody>
      </p:sp>
    </p:spTree>
    <p:extLst>
      <p:ext uri="{BB962C8B-B14F-4D97-AF65-F5344CB8AC3E}">
        <p14:creationId xmlns:p14="http://schemas.microsoft.com/office/powerpoint/2010/main" val="4076140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688FEA-FF28-5625-B43B-DE5D4046D6DD}"/>
              </a:ext>
            </a:extLst>
          </p:cNvPr>
          <p:cNvSpPr/>
          <p:nvPr/>
        </p:nvSpPr>
        <p:spPr>
          <a:xfrm>
            <a:off x="502480" y="255018"/>
            <a:ext cx="11520000" cy="9351437"/>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lang="en-RW" dirty="0">
              <a:latin typeface="Helvetica 45 Light" panose="020B0500000000000000" pitchFamily="34" charset="0"/>
            </a:endParaRPr>
          </a:p>
        </p:txBody>
      </p:sp>
      <p:sp>
        <p:nvSpPr>
          <p:cNvPr id="47" name="Rectangle 46">
            <a:extLst>
              <a:ext uri="{FF2B5EF4-FFF2-40B4-BE49-F238E27FC236}">
                <a16:creationId xmlns:a16="http://schemas.microsoft.com/office/drawing/2014/main" id="{D8987DE5-678B-DE82-8DCB-E5DD637ED51C}"/>
              </a:ext>
            </a:extLst>
          </p:cNvPr>
          <p:cNvSpPr/>
          <p:nvPr/>
        </p:nvSpPr>
        <p:spPr>
          <a:xfrm>
            <a:off x="752701" y="405883"/>
            <a:ext cx="10988984" cy="9036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lang="en-RW" dirty="0">
              <a:latin typeface="Helvetica 45 Light" panose="020B0500000000000000" pitchFamily="34" charset="0"/>
            </a:endParaRPr>
          </a:p>
        </p:txBody>
      </p:sp>
      <p:sp>
        <p:nvSpPr>
          <p:cNvPr id="6" name="Rectangle 5">
            <a:extLst>
              <a:ext uri="{FF2B5EF4-FFF2-40B4-BE49-F238E27FC236}">
                <a16:creationId xmlns:a16="http://schemas.microsoft.com/office/drawing/2014/main" id="{F9B85655-98A7-E098-FA97-A8B903EA6F41}"/>
              </a:ext>
            </a:extLst>
          </p:cNvPr>
          <p:cNvSpPr/>
          <p:nvPr/>
        </p:nvSpPr>
        <p:spPr>
          <a:xfrm>
            <a:off x="746275" y="405884"/>
            <a:ext cx="10988984" cy="52598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RW" dirty="0">
              <a:solidFill>
                <a:schemeClr val="tx1">
                  <a:lumMod val="65000"/>
                  <a:lumOff val="35000"/>
                </a:schemeClr>
              </a:solidFill>
              <a:latin typeface="Helvetica 45 Light" panose="020B0500000000000000" pitchFamily="34" charset="0"/>
            </a:endParaRPr>
          </a:p>
        </p:txBody>
      </p:sp>
      <p:sp>
        <p:nvSpPr>
          <p:cNvPr id="5" name="Rectangle 4">
            <a:extLst>
              <a:ext uri="{FF2B5EF4-FFF2-40B4-BE49-F238E27FC236}">
                <a16:creationId xmlns:a16="http://schemas.microsoft.com/office/drawing/2014/main" id="{F70B5749-87FF-82CE-9AAD-1D06717C2AD2}"/>
              </a:ext>
            </a:extLst>
          </p:cNvPr>
          <p:cNvSpPr/>
          <p:nvPr/>
        </p:nvSpPr>
        <p:spPr>
          <a:xfrm rot="16200000">
            <a:off x="-2760122" y="6343853"/>
            <a:ext cx="6022726" cy="5024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en-US" sz="2400" dirty="0">
                <a:solidFill>
                  <a:srgbClr val="0070C0"/>
                </a:solidFill>
                <a:latin typeface="Helvetica 45 Light" panose="020B0500000000000000" pitchFamily="34" charset="0"/>
              </a:rPr>
              <a:t>home page</a:t>
            </a:r>
            <a:endParaRPr lang="en-RW" sz="2400" dirty="0">
              <a:solidFill>
                <a:srgbClr val="0070C0"/>
              </a:solidFill>
              <a:latin typeface="Helvetica 45 Light" panose="020B0500000000000000" pitchFamily="34" charset="0"/>
            </a:endParaRPr>
          </a:p>
        </p:txBody>
      </p:sp>
      <p:sp>
        <p:nvSpPr>
          <p:cNvPr id="9" name="Rectangle 8">
            <a:extLst>
              <a:ext uri="{FF2B5EF4-FFF2-40B4-BE49-F238E27FC236}">
                <a16:creationId xmlns:a16="http://schemas.microsoft.com/office/drawing/2014/main" id="{ED5B9A8C-DEAD-0137-B31D-3C4BED169510}"/>
              </a:ext>
            </a:extLst>
          </p:cNvPr>
          <p:cNvSpPr/>
          <p:nvPr/>
        </p:nvSpPr>
        <p:spPr>
          <a:xfrm>
            <a:off x="746275" y="928893"/>
            <a:ext cx="7004353" cy="163726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US" dirty="0">
              <a:solidFill>
                <a:schemeClr val="tx1">
                  <a:lumMod val="65000"/>
                  <a:lumOff val="35000"/>
                </a:schemeClr>
              </a:solidFill>
              <a:latin typeface="Helvetica 45 Light" panose="020B0500000000000000" pitchFamily="34" charset="0"/>
            </a:endParaRPr>
          </a:p>
        </p:txBody>
      </p:sp>
      <p:sp>
        <p:nvSpPr>
          <p:cNvPr id="12" name="Rectangle 11">
            <a:extLst>
              <a:ext uri="{FF2B5EF4-FFF2-40B4-BE49-F238E27FC236}">
                <a16:creationId xmlns:a16="http://schemas.microsoft.com/office/drawing/2014/main" id="{F158AD23-8ADE-4811-0AF8-04E4C07EEDAD}"/>
              </a:ext>
            </a:extLst>
          </p:cNvPr>
          <p:cNvSpPr/>
          <p:nvPr/>
        </p:nvSpPr>
        <p:spPr>
          <a:xfrm>
            <a:off x="746275" y="6109297"/>
            <a:ext cx="5328000" cy="121804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US" dirty="0">
              <a:solidFill>
                <a:schemeClr val="tx1">
                  <a:lumMod val="65000"/>
                  <a:lumOff val="35000"/>
                </a:schemeClr>
              </a:solidFill>
              <a:latin typeface="Helvetica 45 Light" panose="020B0500000000000000" pitchFamily="34" charset="0"/>
            </a:endParaRPr>
          </a:p>
        </p:txBody>
      </p:sp>
      <p:sp>
        <p:nvSpPr>
          <p:cNvPr id="14" name="Rectangle 13">
            <a:extLst>
              <a:ext uri="{FF2B5EF4-FFF2-40B4-BE49-F238E27FC236}">
                <a16:creationId xmlns:a16="http://schemas.microsoft.com/office/drawing/2014/main" id="{6FA66013-3953-5EF4-7C97-75F214DB8B83}"/>
              </a:ext>
            </a:extLst>
          </p:cNvPr>
          <p:cNvSpPr/>
          <p:nvPr/>
        </p:nvSpPr>
        <p:spPr>
          <a:xfrm>
            <a:off x="746275" y="7375168"/>
            <a:ext cx="10981544" cy="206701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US" dirty="0">
              <a:solidFill>
                <a:schemeClr val="tx1">
                  <a:lumMod val="65000"/>
                  <a:lumOff val="35000"/>
                </a:schemeClr>
              </a:solidFill>
              <a:latin typeface="Helvetica 45 Light" panose="020B0500000000000000" pitchFamily="34" charset="0"/>
            </a:endParaRPr>
          </a:p>
        </p:txBody>
      </p:sp>
      <p:sp>
        <p:nvSpPr>
          <p:cNvPr id="40" name="Rectangle: Rounded Corners 39">
            <a:extLst>
              <a:ext uri="{FF2B5EF4-FFF2-40B4-BE49-F238E27FC236}">
                <a16:creationId xmlns:a16="http://schemas.microsoft.com/office/drawing/2014/main" id="{299F36DE-F414-5874-F1B9-1360C8B17856}"/>
              </a:ext>
            </a:extLst>
          </p:cNvPr>
          <p:cNvSpPr/>
          <p:nvPr/>
        </p:nvSpPr>
        <p:spPr>
          <a:xfrm>
            <a:off x="884767" y="443621"/>
            <a:ext cx="1932093" cy="41656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600" dirty="0">
                <a:solidFill>
                  <a:schemeClr val="bg1">
                    <a:lumMod val="50000"/>
                  </a:schemeClr>
                </a:solidFill>
                <a:latin typeface="Helvetica 45 Light" panose="020B0500000000000000" pitchFamily="34" charset="0"/>
              </a:rPr>
              <a:t>class: longform_name, content: longform_name</a:t>
            </a:r>
            <a:endParaRPr lang="en-US" sz="1400" b="1" dirty="0">
              <a:solidFill>
                <a:schemeClr val="tx1">
                  <a:lumMod val="75000"/>
                  <a:lumOff val="25000"/>
                </a:schemeClr>
              </a:solidFill>
              <a:latin typeface="Helvetica 45 Light" panose="020B0500000000000000" pitchFamily="34" charset="0"/>
            </a:endParaRPr>
          </a:p>
          <a:p>
            <a:r>
              <a:rPr lang="en-US" sz="1400" b="1" dirty="0">
                <a:solidFill>
                  <a:schemeClr val="tx1">
                    <a:lumMod val="75000"/>
                    <a:lumOff val="25000"/>
                  </a:schemeClr>
                </a:solidFill>
                <a:latin typeface="HelveticaNeue MediumCond" panose="020B0506000000000000" pitchFamily="34" charset="0"/>
              </a:rPr>
              <a:t>SANDRA A. HULUKA</a:t>
            </a:r>
            <a:endParaRPr lang="en-RW" sz="1400" b="1" dirty="0">
              <a:solidFill>
                <a:schemeClr val="tx1">
                  <a:lumMod val="75000"/>
                  <a:lumOff val="25000"/>
                </a:schemeClr>
              </a:solidFill>
              <a:latin typeface="HelveticaNeue MediumCond" panose="020B0506000000000000" pitchFamily="34" charset="0"/>
            </a:endParaRPr>
          </a:p>
        </p:txBody>
      </p:sp>
      <p:sp>
        <p:nvSpPr>
          <p:cNvPr id="41" name="Rectangle: Rounded Corners 40">
            <a:extLst>
              <a:ext uri="{FF2B5EF4-FFF2-40B4-BE49-F238E27FC236}">
                <a16:creationId xmlns:a16="http://schemas.microsoft.com/office/drawing/2014/main" id="{794A4F4C-08E8-1E19-51E8-5E4D2E90E47E}"/>
              </a:ext>
            </a:extLst>
          </p:cNvPr>
          <p:cNvSpPr/>
          <p:nvPr/>
        </p:nvSpPr>
        <p:spPr>
          <a:xfrm>
            <a:off x="3265294" y="405884"/>
            <a:ext cx="5957227" cy="52598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dirty="0">
                <a:solidFill>
                  <a:schemeClr val="bg1">
                    <a:lumMod val="50000"/>
                  </a:schemeClr>
                </a:solidFill>
                <a:latin typeface="Helvetica 45 Light" panose="020B0500000000000000" pitchFamily="34" charset="0"/>
              </a:rPr>
              <a:t>class: main_navigation, content: main_navigation</a:t>
            </a:r>
          </a:p>
          <a:p>
            <a:endParaRPr lang="en-US" sz="400" dirty="0">
              <a:solidFill>
                <a:schemeClr val="tx1">
                  <a:lumMod val="50000"/>
                  <a:lumOff val="50000"/>
                </a:schemeClr>
              </a:solidFill>
              <a:latin typeface="Helvetica 45 Light" panose="020B0500000000000000" pitchFamily="34" charset="0"/>
            </a:endParaRPr>
          </a:p>
          <a:p>
            <a:pPr algn="ctr"/>
            <a:r>
              <a:rPr lang="en-US" sz="900" dirty="0">
                <a:solidFill>
                  <a:schemeClr val="tx1">
                    <a:lumMod val="75000"/>
                    <a:lumOff val="25000"/>
                  </a:schemeClr>
                </a:solidFill>
                <a:latin typeface="HelveticaNeue MediumCond" panose="020B0506000000000000" pitchFamily="34" charset="0"/>
              </a:rPr>
              <a:t>HOME          PROJECTS          BLOGS           RESUME           RESOURCES          P. KNOWLEDGE BASE</a:t>
            </a:r>
            <a:endParaRPr lang="en-RW" sz="900" dirty="0">
              <a:solidFill>
                <a:schemeClr val="tx1">
                  <a:lumMod val="75000"/>
                  <a:lumOff val="25000"/>
                </a:schemeClr>
              </a:solidFill>
              <a:latin typeface="HelveticaNeue MediumCond" panose="020B0506000000000000" pitchFamily="34" charset="0"/>
            </a:endParaRPr>
          </a:p>
        </p:txBody>
      </p:sp>
      <p:grpSp>
        <p:nvGrpSpPr>
          <p:cNvPr id="92" name="Group 91">
            <a:extLst>
              <a:ext uri="{FF2B5EF4-FFF2-40B4-BE49-F238E27FC236}">
                <a16:creationId xmlns:a16="http://schemas.microsoft.com/office/drawing/2014/main" id="{7499632C-9BDC-546F-5ADF-0F1C7C0811BF}"/>
              </a:ext>
            </a:extLst>
          </p:cNvPr>
          <p:cNvGrpSpPr/>
          <p:nvPr/>
        </p:nvGrpSpPr>
        <p:grpSpPr>
          <a:xfrm>
            <a:off x="9915524" y="630545"/>
            <a:ext cx="1620427" cy="238693"/>
            <a:chOff x="9421828" y="492937"/>
            <a:chExt cx="2114124" cy="363602"/>
          </a:xfrm>
          <a:solidFill>
            <a:schemeClr val="bg1">
              <a:lumMod val="65000"/>
            </a:schemeClr>
          </a:solidFill>
        </p:grpSpPr>
        <p:sp>
          <p:nvSpPr>
            <p:cNvPr id="42" name="Rectangle: Rounded Corners 41">
              <a:extLst>
                <a:ext uri="{FF2B5EF4-FFF2-40B4-BE49-F238E27FC236}">
                  <a16:creationId xmlns:a16="http://schemas.microsoft.com/office/drawing/2014/main" id="{46980127-F6C6-9CB6-9680-C6B991243694}"/>
                </a:ext>
              </a:extLst>
            </p:cNvPr>
            <p:cNvSpPr/>
            <p:nvPr/>
          </p:nvSpPr>
          <p:spPr>
            <a:xfrm>
              <a:off x="11175952" y="496539"/>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3" name="Rectangle: Rounded Corners 42">
              <a:extLst>
                <a:ext uri="{FF2B5EF4-FFF2-40B4-BE49-F238E27FC236}">
                  <a16:creationId xmlns:a16="http://schemas.microsoft.com/office/drawing/2014/main" id="{8BA3B665-0830-728F-4913-95AA7586EE16}"/>
                </a:ext>
              </a:extLst>
            </p:cNvPr>
            <p:cNvSpPr/>
            <p:nvPr/>
          </p:nvSpPr>
          <p:spPr>
            <a:xfrm>
              <a:off x="10591244" y="496539"/>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4" name="Rectangle: Rounded Corners 43">
              <a:extLst>
                <a:ext uri="{FF2B5EF4-FFF2-40B4-BE49-F238E27FC236}">
                  <a16:creationId xmlns:a16="http://schemas.microsoft.com/office/drawing/2014/main" id="{E50C3AC9-0E20-6442-59BD-2FEB78532B2B}"/>
                </a:ext>
              </a:extLst>
            </p:cNvPr>
            <p:cNvSpPr/>
            <p:nvPr/>
          </p:nvSpPr>
          <p:spPr>
            <a:xfrm>
              <a:off x="10006536" y="492937"/>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5" name="Rectangle: Rounded Corners 44">
              <a:extLst>
                <a:ext uri="{FF2B5EF4-FFF2-40B4-BE49-F238E27FC236}">
                  <a16:creationId xmlns:a16="http://schemas.microsoft.com/office/drawing/2014/main" id="{431E60ED-42DA-5AE8-3AB6-9583CF9BE552}"/>
                </a:ext>
              </a:extLst>
            </p:cNvPr>
            <p:cNvSpPr/>
            <p:nvPr/>
          </p:nvSpPr>
          <p:spPr>
            <a:xfrm>
              <a:off x="9421828" y="495961"/>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sp>
        <p:nvSpPr>
          <p:cNvPr id="86" name="Rectangle: Rounded Corners 85">
            <a:extLst>
              <a:ext uri="{FF2B5EF4-FFF2-40B4-BE49-F238E27FC236}">
                <a16:creationId xmlns:a16="http://schemas.microsoft.com/office/drawing/2014/main" id="{9B0E53FA-E404-EAB1-6CCE-7E9E83C4885A}"/>
              </a:ext>
            </a:extLst>
          </p:cNvPr>
          <p:cNvSpPr/>
          <p:nvPr/>
        </p:nvSpPr>
        <p:spPr>
          <a:xfrm>
            <a:off x="6711274" y="2344270"/>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lumMod val="65000"/>
                    <a:lumOff val="35000"/>
                  </a:schemeClr>
                </a:solidFill>
                <a:latin typeface="Helvetica 45 Light" panose="020B0500000000000000" pitchFamily="34" charset="0"/>
              </a:rPr>
              <a:t>View All &gt;</a:t>
            </a:r>
            <a:endParaRPr lang="en-RW" sz="700" b="1" dirty="0">
              <a:solidFill>
                <a:schemeClr val="tx1">
                  <a:lumMod val="65000"/>
                  <a:lumOff val="35000"/>
                </a:schemeClr>
              </a:solidFill>
              <a:latin typeface="Helvetica 45 Light" panose="020B0500000000000000" pitchFamily="34" charset="0"/>
            </a:endParaRPr>
          </a:p>
        </p:txBody>
      </p:sp>
      <p:sp>
        <p:nvSpPr>
          <p:cNvPr id="88" name="TextBox 87">
            <a:extLst>
              <a:ext uri="{FF2B5EF4-FFF2-40B4-BE49-F238E27FC236}">
                <a16:creationId xmlns:a16="http://schemas.microsoft.com/office/drawing/2014/main" id="{0FC7CFBA-A73C-90B5-71FD-D7FB2CD3380E}"/>
              </a:ext>
            </a:extLst>
          </p:cNvPr>
          <p:cNvSpPr txBox="1"/>
          <p:nvPr/>
        </p:nvSpPr>
        <p:spPr>
          <a:xfrm>
            <a:off x="1030453" y="1161386"/>
            <a:ext cx="4760746" cy="261610"/>
          </a:xfrm>
          <a:prstGeom prst="rect">
            <a:avLst/>
          </a:prstGeom>
          <a:noFill/>
        </p:spPr>
        <p:txBody>
          <a:bodyPr wrap="square">
            <a:spAutoFit/>
          </a:bodyPr>
          <a:lstStyle/>
          <a:p>
            <a:r>
              <a:rPr lang="en-US" sz="1100" b="1" dirty="0">
                <a:solidFill>
                  <a:schemeClr val="tx1">
                    <a:lumMod val="75000"/>
                    <a:lumOff val="25000"/>
                  </a:schemeClr>
                </a:solidFill>
                <a:latin typeface="Helvetica 45 Light" panose="020B0500000000000000" pitchFamily="34" charset="0"/>
              </a:rPr>
              <a:t>DATA SCIENTIST</a:t>
            </a:r>
          </a:p>
        </p:txBody>
      </p:sp>
      <p:sp>
        <p:nvSpPr>
          <p:cNvPr id="89" name="Rectangle: Rounded Corners 88">
            <a:extLst>
              <a:ext uri="{FF2B5EF4-FFF2-40B4-BE49-F238E27FC236}">
                <a16:creationId xmlns:a16="http://schemas.microsoft.com/office/drawing/2014/main" id="{3AFAD339-AAF1-F067-96D0-214F7995F941}"/>
              </a:ext>
            </a:extLst>
          </p:cNvPr>
          <p:cNvSpPr/>
          <p:nvPr/>
        </p:nvSpPr>
        <p:spPr>
          <a:xfrm>
            <a:off x="922867" y="6147449"/>
            <a:ext cx="2451100" cy="28602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lumMod val="75000"/>
                    <a:lumOff val="25000"/>
                  </a:schemeClr>
                </a:solidFill>
                <a:latin typeface="HelveticaNeue MediumCond" panose="020B0506000000000000" pitchFamily="34" charset="0"/>
              </a:rPr>
              <a:t>RESOURCES</a:t>
            </a:r>
            <a:endParaRPr lang="en-RW" sz="1400" b="1" dirty="0">
              <a:solidFill>
                <a:schemeClr val="tx1">
                  <a:lumMod val="75000"/>
                  <a:lumOff val="25000"/>
                </a:schemeClr>
              </a:solidFill>
              <a:latin typeface="HelveticaNeue MediumCond" panose="020B0506000000000000" pitchFamily="34" charset="0"/>
            </a:endParaRPr>
          </a:p>
        </p:txBody>
      </p:sp>
      <p:sp>
        <p:nvSpPr>
          <p:cNvPr id="90" name="TextBox 89">
            <a:extLst>
              <a:ext uri="{FF2B5EF4-FFF2-40B4-BE49-F238E27FC236}">
                <a16:creationId xmlns:a16="http://schemas.microsoft.com/office/drawing/2014/main" id="{30D7E451-3C0E-666E-E519-2D6A43739BB3}"/>
              </a:ext>
            </a:extLst>
          </p:cNvPr>
          <p:cNvSpPr txBox="1"/>
          <p:nvPr/>
        </p:nvSpPr>
        <p:spPr>
          <a:xfrm>
            <a:off x="1029901" y="1421130"/>
            <a:ext cx="6717347" cy="707886"/>
          </a:xfrm>
          <a:prstGeom prst="rect">
            <a:avLst/>
          </a:prstGeom>
          <a:noFill/>
        </p:spPr>
        <p:txBody>
          <a:bodyPr wrap="square">
            <a:spAutoFit/>
          </a:bodyPr>
          <a:lstStyle/>
          <a:p>
            <a:r>
              <a:rPr lang="en-US" sz="10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RW" sz="1000" dirty="0">
              <a:solidFill>
                <a:schemeClr val="tx1">
                  <a:lumMod val="75000"/>
                  <a:lumOff val="25000"/>
                </a:schemeClr>
              </a:solidFill>
              <a:latin typeface="Helvetica Neue" panose="02000506040000020004" pitchFamily="2" charset="0"/>
            </a:endParaRPr>
          </a:p>
        </p:txBody>
      </p:sp>
      <p:sp>
        <p:nvSpPr>
          <p:cNvPr id="93" name="Rectangle 92">
            <a:extLst>
              <a:ext uri="{FF2B5EF4-FFF2-40B4-BE49-F238E27FC236}">
                <a16:creationId xmlns:a16="http://schemas.microsoft.com/office/drawing/2014/main" id="{53A403B1-FFEC-975F-6171-0C94092E24F3}"/>
              </a:ext>
            </a:extLst>
          </p:cNvPr>
          <p:cNvSpPr/>
          <p:nvPr/>
        </p:nvSpPr>
        <p:spPr>
          <a:xfrm>
            <a:off x="9613900" y="405883"/>
            <a:ext cx="2197100" cy="236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social_media, contact, content: social_media, url, img </a:t>
            </a:r>
            <a:endParaRPr lang="en-RW" sz="600" dirty="0">
              <a:solidFill>
                <a:schemeClr val="bg1">
                  <a:lumMod val="50000"/>
                </a:schemeClr>
              </a:solidFill>
              <a:latin typeface="Helvetica 45 Light" panose="020B0500000000000000" pitchFamily="34" charset="0"/>
            </a:endParaRPr>
          </a:p>
        </p:txBody>
      </p:sp>
      <p:sp>
        <p:nvSpPr>
          <p:cNvPr id="94" name="Rectangle 93">
            <a:extLst>
              <a:ext uri="{FF2B5EF4-FFF2-40B4-BE49-F238E27FC236}">
                <a16:creationId xmlns:a16="http://schemas.microsoft.com/office/drawing/2014/main" id="{DC8263E0-E77B-5BEC-5B59-8586C7B84AEF}"/>
              </a:ext>
            </a:extLst>
          </p:cNvPr>
          <p:cNvSpPr/>
          <p:nvPr/>
        </p:nvSpPr>
        <p:spPr>
          <a:xfrm>
            <a:off x="1024466" y="999256"/>
            <a:ext cx="3884084" cy="236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resume_home, content: professional_summary_nav_list, resume_home_content, resume_url </a:t>
            </a:r>
            <a:endParaRPr lang="en-RW" sz="600" dirty="0">
              <a:solidFill>
                <a:schemeClr val="bg1">
                  <a:lumMod val="50000"/>
                </a:schemeClr>
              </a:solidFill>
              <a:latin typeface="Helvetica 45 Light" panose="020B0500000000000000" pitchFamily="34" charset="0"/>
            </a:endParaRPr>
          </a:p>
        </p:txBody>
      </p:sp>
      <p:sp>
        <p:nvSpPr>
          <p:cNvPr id="95" name="Rectangle: Rounded Corners 94">
            <a:extLst>
              <a:ext uri="{FF2B5EF4-FFF2-40B4-BE49-F238E27FC236}">
                <a16:creationId xmlns:a16="http://schemas.microsoft.com/office/drawing/2014/main" id="{2E4AAE42-3955-1448-B4A4-6D8EF7B21B15}"/>
              </a:ext>
            </a:extLst>
          </p:cNvPr>
          <p:cNvSpPr/>
          <p:nvPr/>
        </p:nvSpPr>
        <p:spPr>
          <a:xfrm>
            <a:off x="6711273" y="2129016"/>
            <a:ext cx="1035975" cy="2122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section_navigation</a:t>
            </a:r>
            <a:endParaRPr lang="en-RW" sz="600" b="1" dirty="0">
              <a:solidFill>
                <a:schemeClr val="tx1">
                  <a:lumMod val="75000"/>
                  <a:lumOff val="25000"/>
                </a:schemeClr>
              </a:solidFill>
              <a:latin typeface="Helvetica 45 Light" panose="020B0500000000000000" pitchFamily="34" charset="0"/>
            </a:endParaRPr>
          </a:p>
        </p:txBody>
      </p:sp>
      <p:grpSp>
        <p:nvGrpSpPr>
          <p:cNvPr id="3" name="Group 2">
            <a:extLst>
              <a:ext uri="{FF2B5EF4-FFF2-40B4-BE49-F238E27FC236}">
                <a16:creationId xmlns:a16="http://schemas.microsoft.com/office/drawing/2014/main" id="{8BBA22AE-89AB-6538-CF81-45B03DCD323F}"/>
              </a:ext>
            </a:extLst>
          </p:cNvPr>
          <p:cNvGrpSpPr/>
          <p:nvPr/>
        </p:nvGrpSpPr>
        <p:grpSpPr>
          <a:xfrm>
            <a:off x="760276" y="2701897"/>
            <a:ext cx="7060003" cy="4364564"/>
            <a:chOff x="752700" y="2697947"/>
            <a:chExt cx="5616000" cy="3917133"/>
          </a:xfrm>
        </p:grpSpPr>
        <p:sp>
          <p:nvSpPr>
            <p:cNvPr id="10" name="Rectangle 9">
              <a:extLst>
                <a:ext uri="{FF2B5EF4-FFF2-40B4-BE49-F238E27FC236}">
                  <a16:creationId xmlns:a16="http://schemas.microsoft.com/office/drawing/2014/main" id="{1AE09DE0-4E9E-823C-2162-E6555436B629}"/>
                </a:ext>
              </a:extLst>
            </p:cNvPr>
            <p:cNvSpPr/>
            <p:nvPr/>
          </p:nvSpPr>
          <p:spPr>
            <a:xfrm>
              <a:off x="752700" y="2697947"/>
              <a:ext cx="5616000" cy="391713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US" dirty="0">
                <a:solidFill>
                  <a:schemeClr val="tx1">
                    <a:lumMod val="65000"/>
                    <a:lumOff val="35000"/>
                  </a:schemeClr>
                </a:solidFill>
                <a:latin typeface="Helvetica 45 Light" panose="020B0500000000000000" pitchFamily="34" charset="0"/>
              </a:endParaRPr>
            </a:p>
          </p:txBody>
        </p:sp>
        <p:sp>
          <p:nvSpPr>
            <p:cNvPr id="46" name="Rectangle 45">
              <a:extLst>
                <a:ext uri="{FF2B5EF4-FFF2-40B4-BE49-F238E27FC236}">
                  <a16:creationId xmlns:a16="http://schemas.microsoft.com/office/drawing/2014/main" id="{C7719AD8-F670-5854-EB86-C5F4D28E9DEA}"/>
                </a:ext>
              </a:extLst>
            </p:cNvPr>
            <p:cNvSpPr/>
            <p:nvPr/>
          </p:nvSpPr>
          <p:spPr>
            <a:xfrm>
              <a:off x="900196" y="3152143"/>
              <a:ext cx="2566772" cy="161622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8" name="Rectangle: Rounded Corners 47">
              <a:extLst>
                <a:ext uri="{FF2B5EF4-FFF2-40B4-BE49-F238E27FC236}">
                  <a16:creationId xmlns:a16="http://schemas.microsoft.com/office/drawing/2014/main" id="{6960BC45-ED2B-E60B-0029-001085EEE581}"/>
                </a:ext>
              </a:extLst>
            </p:cNvPr>
            <p:cNvSpPr/>
            <p:nvPr/>
          </p:nvSpPr>
          <p:spPr>
            <a:xfrm>
              <a:off x="900195" y="2792418"/>
              <a:ext cx="2451100" cy="28602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lumMod val="75000"/>
                      <a:lumOff val="25000"/>
                    </a:schemeClr>
                  </a:solidFill>
                  <a:latin typeface="HelveticaNeue MediumCond" panose="020B0506000000000000" pitchFamily="34" charset="0"/>
                </a:rPr>
                <a:t>HIGHLIGHTED</a:t>
              </a:r>
              <a:r>
                <a:rPr lang="en-US" sz="1000" b="1" dirty="0">
                  <a:solidFill>
                    <a:schemeClr val="tx1">
                      <a:lumMod val="65000"/>
                      <a:lumOff val="35000"/>
                    </a:schemeClr>
                  </a:solidFill>
                  <a:latin typeface="Helvetica 45 Light" panose="020B0500000000000000" pitchFamily="34" charset="0"/>
                </a:rPr>
                <a:t> </a:t>
              </a:r>
              <a:r>
                <a:rPr lang="en-US" sz="1400" b="1" dirty="0">
                  <a:solidFill>
                    <a:schemeClr val="tx1">
                      <a:lumMod val="75000"/>
                      <a:lumOff val="25000"/>
                    </a:schemeClr>
                  </a:solidFill>
                  <a:latin typeface="HelveticaNeue MediumCond" panose="020B0506000000000000" pitchFamily="34" charset="0"/>
                </a:rPr>
                <a:t>PROJECTS</a:t>
              </a:r>
              <a:endParaRPr lang="en-RW" sz="1400" b="1" dirty="0">
                <a:solidFill>
                  <a:schemeClr val="tx1">
                    <a:lumMod val="75000"/>
                    <a:lumOff val="25000"/>
                  </a:schemeClr>
                </a:solidFill>
                <a:latin typeface="HelveticaNeue MediumCond" panose="020B0506000000000000" pitchFamily="34" charset="0"/>
              </a:endParaRPr>
            </a:p>
          </p:txBody>
        </p:sp>
        <p:sp>
          <p:nvSpPr>
            <p:cNvPr id="49" name="Rectangle: Rounded Corners 48">
              <a:extLst>
                <a:ext uri="{FF2B5EF4-FFF2-40B4-BE49-F238E27FC236}">
                  <a16:creationId xmlns:a16="http://schemas.microsoft.com/office/drawing/2014/main" id="{C9C27F6F-4404-0467-E78D-BD0C98E2CA09}"/>
                </a:ext>
              </a:extLst>
            </p:cNvPr>
            <p:cNvSpPr/>
            <p:nvPr/>
          </p:nvSpPr>
          <p:spPr>
            <a:xfrm>
              <a:off x="5134313" y="2945947"/>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lumMod val="65000"/>
                      <a:lumOff val="35000"/>
                    </a:schemeClr>
                  </a:solidFill>
                  <a:latin typeface="Helvetica 45 Light" panose="020B0500000000000000" pitchFamily="34" charset="0"/>
                </a:rPr>
                <a:t>View All &gt;</a:t>
              </a:r>
              <a:endParaRPr lang="en-RW" sz="700" b="1" dirty="0">
                <a:solidFill>
                  <a:schemeClr val="tx1">
                    <a:lumMod val="65000"/>
                    <a:lumOff val="35000"/>
                  </a:schemeClr>
                </a:solidFill>
                <a:latin typeface="Helvetica 45 Light" panose="020B0500000000000000" pitchFamily="34" charset="0"/>
              </a:endParaRPr>
            </a:p>
          </p:txBody>
        </p:sp>
        <p:sp>
          <p:nvSpPr>
            <p:cNvPr id="52" name="Rectangle 51">
              <a:extLst>
                <a:ext uri="{FF2B5EF4-FFF2-40B4-BE49-F238E27FC236}">
                  <a16:creationId xmlns:a16="http://schemas.microsoft.com/office/drawing/2014/main" id="{EA0E352B-9DC7-F6ED-2F15-418B052657C0}"/>
                </a:ext>
              </a:extLst>
            </p:cNvPr>
            <p:cNvSpPr/>
            <p:nvPr/>
          </p:nvSpPr>
          <p:spPr>
            <a:xfrm>
              <a:off x="971224" y="4214733"/>
              <a:ext cx="2436363"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3" name="Rectangle 52">
              <a:extLst>
                <a:ext uri="{FF2B5EF4-FFF2-40B4-BE49-F238E27FC236}">
                  <a16:creationId xmlns:a16="http://schemas.microsoft.com/office/drawing/2014/main" id="{A9F79AEB-F425-C781-3376-F4B8FB0F7CE1}"/>
                </a:ext>
              </a:extLst>
            </p:cNvPr>
            <p:cNvSpPr/>
            <p:nvPr/>
          </p:nvSpPr>
          <p:spPr>
            <a:xfrm>
              <a:off x="971224" y="3249163"/>
              <a:ext cx="2436363" cy="965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4" name="Rectangle 53">
              <a:extLst>
                <a:ext uri="{FF2B5EF4-FFF2-40B4-BE49-F238E27FC236}">
                  <a16:creationId xmlns:a16="http://schemas.microsoft.com/office/drawing/2014/main" id="{2BEA1A99-280D-A69F-B0B6-B48F041D1142}"/>
                </a:ext>
              </a:extLst>
            </p:cNvPr>
            <p:cNvSpPr/>
            <p:nvPr/>
          </p:nvSpPr>
          <p:spPr>
            <a:xfrm>
              <a:off x="1022092" y="4287493"/>
              <a:ext cx="2297582" cy="2568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700" dirty="0">
                <a:latin typeface="Helvetica 45 Light" panose="020B0500000000000000" pitchFamily="34" charset="0"/>
              </a:endParaRPr>
            </a:p>
          </p:txBody>
        </p:sp>
        <p:sp>
          <p:nvSpPr>
            <p:cNvPr id="55" name="Rectangle: Rounded Corners 54">
              <a:extLst>
                <a:ext uri="{FF2B5EF4-FFF2-40B4-BE49-F238E27FC236}">
                  <a16:creationId xmlns:a16="http://schemas.microsoft.com/office/drawing/2014/main" id="{E61CEF49-C375-8747-D04A-1177AC911824}"/>
                </a:ext>
              </a:extLst>
            </p:cNvPr>
            <p:cNvSpPr/>
            <p:nvPr/>
          </p:nvSpPr>
          <p:spPr>
            <a:xfrm>
              <a:off x="1391779" y="4588634"/>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6" name="Rectangle: Rounded Corners 55">
              <a:extLst>
                <a:ext uri="{FF2B5EF4-FFF2-40B4-BE49-F238E27FC236}">
                  <a16:creationId xmlns:a16="http://schemas.microsoft.com/office/drawing/2014/main" id="{78FDC472-A18D-3C87-834A-FFF78D5CBCFC}"/>
                </a:ext>
              </a:extLst>
            </p:cNvPr>
            <p:cNvSpPr/>
            <p:nvPr/>
          </p:nvSpPr>
          <p:spPr>
            <a:xfrm>
              <a:off x="1268911" y="4588634"/>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7" name="Rectangle: Rounded Corners 56">
              <a:extLst>
                <a:ext uri="{FF2B5EF4-FFF2-40B4-BE49-F238E27FC236}">
                  <a16:creationId xmlns:a16="http://schemas.microsoft.com/office/drawing/2014/main" id="{3175C9A9-6286-4FF4-8074-6BEA0F2A2C33}"/>
                </a:ext>
              </a:extLst>
            </p:cNvPr>
            <p:cNvSpPr/>
            <p:nvPr/>
          </p:nvSpPr>
          <p:spPr>
            <a:xfrm>
              <a:off x="1146043" y="4588634"/>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58" name="Rectangle: Rounded Corners 57">
              <a:extLst>
                <a:ext uri="{FF2B5EF4-FFF2-40B4-BE49-F238E27FC236}">
                  <a16:creationId xmlns:a16="http://schemas.microsoft.com/office/drawing/2014/main" id="{5C629157-5653-CBDB-2627-82E5D55C401A}"/>
                </a:ext>
              </a:extLst>
            </p:cNvPr>
            <p:cNvSpPr/>
            <p:nvPr/>
          </p:nvSpPr>
          <p:spPr>
            <a:xfrm>
              <a:off x="1022092" y="4586302"/>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nvGrpSpPr>
            <p:cNvPr id="67" name="Group 66">
              <a:extLst>
                <a:ext uri="{FF2B5EF4-FFF2-40B4-BE49-F238E27FC236}">
                  <a16:creationId xmlns:a16="http://schemas.microsoft.com/office/drawing/2014/main" id="{0F3D90EE-7F51-CF9B-45E5-CDE927DC1FA7}"/>
                </a:ext>
              </a:extLst>
            </p:cNvPr>
            <p:cNvGrpSpPr/>
            <p:nvPr/>
          </p:nvGrpSpPr>
          <p:grpSpPr>
            <a:xfrm>
              <a:off x="900196" y="4910413"/>
              <a:ext cx="2566772" cy="1616225"/>
              <a:chOff x="6414881" y="1575397"/>
              <a:chExt cx="2566772" cy="1616225"/>
            </a:xfrm>
          </p:grpSpPr>
          <p:sp>
            <p:nvSpPr>
              <p:cNvPr id="59" name="Rectangle 58">
                <a:extLst>
                  <a:ext uri="{FF2B5EF4-FFF2-40B4-BE49-F238E27FC236}">
                    <a16:creationId xmlns:a16="http://schemas.microsoft.com/office/drawing/2014/main" id="{B6FDF008-8685-C050-2774-558FCAA9F622}"/>
                  </a:ext>
                </a:extLst>
              </p:cNvPr>
              <p:cNvSpPr/>
              <p:nvPr/>
            </p:nvSpPr>
            <p:spPr>
              <a:xfrm>
                <a:off x="6414881" y="1575397"/>
                <a:ext cx="2566772" cy="161622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0" name="Rectangle 59">
                <a:extLst>
                  <a:ext uri="{FF2B5EF4-FFF2-40B4-BE49-F238E27FC236}">
                    <a16:creationId xmlns:a16="http://schemas.microsoft.com/office/drawing/2014/main" id="{D79EB1D2-CF15-EFEA-4596-BE0205A9D8D5}"/>
                  </a:ext>
                </a:extLst>
              </p:cNvPr>
              <p:cNvSpPr/>
              <p:nvPr/>
            </p:nvSpPr>
            <p:spPr>
              <a:xfrm>
                <a:off x="6485909" y="2637987"/>
                <a:ext cx="2436363"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1" name="Rectangle 60">
                <a:extLst>
                  <a:ext uri="{FF2B5EF4-FFF2-40B4-BE49-F238E27FC236}">
                    <a16:creationId xmlns:a16="http://schemas.microsoft.com/office/drawing/2014/main" id="{D398F69C-0118-0336-A152-D98CEF7D3E8A}"/>
                  </a:ext>
                </a:extLst>
              </p:cNvPr>
              <p:cNvSpPr/>
              <p:nvPr/>
            </p:nvSpPr>
            <p:spPr>
              <a:xfrm>
                <a:off x="6485909" y="1672417"/>
                <a:ext cx="2436363" cy="965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2" name="Rectangle 61">
                <a:extLst>
                  <a:ext uri="{FF2B5EF4-FFF2-40B4-BE49-F238E27FC236}">
                    <a16:creationId xmlns:a16="http://schemas.microsoft.com/office/drawing/2014/main" id="{E0334784-4FB6-06F7-3448-29B6D270414F}"/>
                  </a:ext>
                </a:extLst>
              </p:cNvPr>
              <p:cNvSpPr/>
              <p:nvPr/>
            </p:nvSpPr>
            <p:spPr>
              <a:xfrm>
                <a:off x="6536777" y="2710747"/>
                <a:ext cx="2297582" cy="2568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700" dirty="0">
                  <a:latin typeface="Helvetica 45 Light" panose="020B0500000000000000" pitchFamily="34" charset="0"/>
                </a:endParaRPr>
              </a:p>
            </p:txBody>
          </p:sp>
          <p:sp>
            <p:nvSpPr>
              <p:cNvPr id="63" name="Rectangle: Rounded Corners 62">
                <a:extLst>
                  <a:ext uri="{FF2B5EF4-FFF2-40B4-BE49-F238E27FC236}">
                    <a16:creationId xmlns:a16="http://schemas.microsoft.com/office/drawing/2014/main" id="{D0108051-E64D-C5A5-DDC9-997702A5F746}"/>
                  </a:ext>
                </a:extLst>
              </p:cNvPr>
              <p:cNvSpPr/>
              <p:nvPr/>
            </p:nvSpPr>
            <p:spPr>
              <a:xfrm>
                <a:off x="6906464"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4" name="Rectangle: Rounded Corners 63">
                <a:extLst>
                  <a:ext uri="{FF2B5EF4-FFF2-40B4-BE49-F238E27FC236}">
                    <a16:creationId xmlns:a16="http://schemas.microsoft.com/office/drawing/2014/main" id="{7B7B7E78-0473-E8EC-105D-2EAEC781A4A7}"/>
                  </a:ext>
                </a:extLst>
              </p:cNvPr>
              <p:cNvSpPr/>
              <p:nvPr/>
            </p:nvSpPr>
            <p:spPr>
              <a:xfrm>
                <a:off x="6783596"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5" name="Rectangle: Rounded Corners 64">
                <a:extLst>
                  <a:ext uri="{FF2B5EF4-FFF2-40B4-BE49-F238E27FC236}">
                    <a16:creationId xmlns:a16="http://schemas.microsoft.com/office/drawing/2014/main" id="{C93A634D-0AB4-FE3C-3678-1E7872F82847}"/>
                  </a:ext>
                </a:extLst>
              </p:cNvPr>
              <p:cNvSpPr/>
              <p:nvPr/>
            </p:nvSpPr>
            <p:spPr>
              <a:xfrm>
                <a:off x="6660728"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66" name="Rectangle: Rounded Corners 65">
                <a:extLst>
                  <a:ext uri="{FF2B5EF4-FFF2-40B4-BE49-F238E27FC236}">
                    <a16:creationId xmlns:a16="http://schemas.microsoft.com/office/drawing/2014/main" id="{6853AD14-F2D3-DDFD-0157-9E352EF78FA7}"/>
                  </a:ext>
                </a:extLst>
              </p:cNvPr>
              <p:cNvSpPr/>
              <p:nvPr/>
            </p:nvSpPr>
            <p:spPr>
              <a:xfrm>
                <a:off x="6536777" y="3009556"/>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grpSp>
          <p:nvGrpSpPr>
            <p:cNvPr id="68" name="Group 67">
              <a:extLst>
                <a:ext uri="{FF2B5EF4-FFF2-40B4-BE49-F238E27FC236}">
                  <a16:creationId xmlns:a16="http://schemas.microsoft.com/office/drawing/2014/main" id="{4AB582F1-005E-8233-7A61-C5BBDD797342}"/>
                </a:ext>
              </a:extLst>
            </p:cNvPr>
            <p:cNvGrpSpPr/>
            <p:nvPr/>
          </p:nvGrpSpPr>
          <p:grpSpPr>
            <a:xfrm>
              <a:off x="3636585" y="3159041"/>
              <a:ext cx="2566772" cy="1616225"/>
              <a:chOff x="6414881" y="1575397"/>
              <a:chExt cx="2566772" cy="1616225"/>
            </a:xfrm>
          </p:grpSpPr>
          <p:sp>
            <p:nvSpPr>
              <p:cNvPr id="69" name="Rectangle 68">
                <a:extLst>
                  <a:ext uri="{FF2B5EF4-FFF2-40B4-BE49-F238E27FC236}">
                    <a16:creationId xmlns:a16="http://schemas.microsoft.com/office/drawing/2014/main" id="{A542270F-55CC-3618-4F85-677BD8C3E03A}"/>
                  </a:ext>
                </a:extLst>
              </p:cNvPr>
              <p:cNvSpPr/>
              <p:nvPr/>
            </p:nvSpPr>
            <p:spPr>
              <a:xfrm>
                <a:off x="6414881" y="1575397"/>
                <a:ext cx="2566772" cy="161622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0" name="Rectangle 69">
                <a:extLst>
                  <a:ext uri="{FF2B5EF4-FFF2-40B4-BE49-F238E27FC236}">
                    <a16:creationId xmlns:a16="http://schemas.microsoft.com/office/drawing/2014/main" id="{3C07792B-BF89-B582-8370-52143108DA0C}"/>
                  </a:ext>
                </a:extLst>
              </p:cNvPr>
              <p:cNvSpPr/>
              <p:nvPr/>
            </p:nvSpPr>
            <p:spPr>
              <a:xfrm>
                <a:off x="6485909" y="2637987"/>
                <a:ext cx="2436363"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1" name="Rectangle 70">
                <a:extLst>
                  <a:ext uri="{FF2B5EF4-FFF2-40B4-BE49-F238E27FC236}">
                    <a16:creationId xmlns:a16="http://schemas.microsoft.com/office/drawing/2014/main" id="{E3A68210-B247-9906-ACEA-F18299DA0571}"/>
                  </a:ext>
                </a:extLst>
              </p:cNvPr>
              <p:cNvSpPr/>
              <p:nvPr/>
            </p:nvSpPr>
            <p:spPr>
              <a:xfrm>
                <a:off x="6485909" y="1672417"/>
                <a:ext cx="2436363" cy="965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2" name="Rectangle 71">
                <a:extLst>
                  <a:ext uri="{FF2B5EF4-FFF2-40B4-BE49-F238E27FC236}">
                    <a16:creationId xmlns:a16="http://schemas.microsoft.com/office/drawing/2014/main" id="{84B33147-FAF7-128D-45CB-DBACB920B7CC}"/>
                  </a:ext>
                </a:extLst>
              </p:cNvPr>
              <p:cNvSpPr/>
              <p:nvPr/>
            </p:nvSpPr>
            <p:spPr>
              <a:xfrm>
                <a:off x="6536777" y="2710747"/>
                <a:ext cx="2297582" cy="2568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700" dirty="0">
                  <a:latin typeface="Helvetica 45 Light" panose="020B0500000000000000" pitchFamily="34" charset="0"/>
                </a:endParaRPr>
              </a:p>
            </p:txBody>
          </p:sp>
          <p:sp>
            <p:nvSpPr>
              <p:cNvPr id="73" name="Rectangle: Rounded Corners 72">
                <a:extLst>
                  <a:ext uri="{FF2B5EF4-FFF2-40B4-BE49-F238E27FC236}">
                    <a16:creationId xmlns:a16="http://schemas.microsoft.com/office/drawing/2014/main" id="{DF9B1E8E-62F3-26D9-8427-6FEFB853DC42}"/>
                  </a:ext>
                </a:extLst>
              </p:cNvPr>
              <p:cNvSpPr/>
              <p:nvPr/>
            </p:nvSpPr>
            <p:spPr>
              <a:xfrm>
                <a:off x="6906464"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4" name="Rectangle: Rounded Corners 73">
                <a:extLst>
                  <a:ext uri="{FF2B5EF4-FFF2-40B4-BE49-F238E27FC236}">
                    <a16:creationId xmlns:a16="http://schemas.microsoft.com/office/drawing/2014/main" id="{A745597A-AEA6-031B-8D93-1BA94D624B80}"/>
                  </a:ext>
                </a:extLst>
              </p:cNvPr>
              <p:cNvSpPr/>
              <p:nvPr/>
            </p:nvSpPr>
            <p:spPr>
              <a:xfrm>
                <a:off x="6783596"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5" name="Rectangle: Rounded Corners 74">
                <a:extLst>
                  <a:ext uri="{FF2B5EF4-FFF2-40B4-BE49-F238E27FC236}">
                    <a16:creationId xmlns:a16="http://schemas.microsoft.com/office/drawing/2014/main" id="{3D7096F4-F823-5CE6-663E-337691DD35BB}"/>
                  </a:ext>
                </a:extLst>
              </p:cNvPr>
              <p:cNvSpPr/>
              <p:nvPr/>
            </p:nvSpPr>
            <p:spPr>
              <a:xfrm>
                <a:off x="6660728"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6" name="Rectangle: Rounded Corners 75">
                <a:extLst>
                  <a:ext uri="{FF2B5EF4-FFF2-40B4-BE49-F238E27FC236}">
                    <a16:creationId xmlns:a16="http://schemas.microsoft.com/office/drawing/2014/main" id="{57610751-B7BC-3F46-FBA2-45C560CC0897}"/>
                  </a:ext>
                </a:extLst>
              </p:cNvPr>
              <p:cNvSpPr/>
              <p:nvPr/>
            </p:nvSpPr>
            <p:spPr>
              <a:xfrm>
                <a:off x="6536777" y="3009556"/>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grpSp>
          <p:nvGrpSpPr>
            <p:cNvPr id="77" name="Group 76">
              <a:extLst>
                <a:ext uri="{FF2B5EF4-FFF2-40B4-BE49-F238E27FC236}">
                  <a16:creationId xmlns:a16="http://schemas.microsoft.com/office/drawing/2014/main" id="{70333847-9380-BED8-6795-F6B1CF07E568}"/>
                </a:ext>
              </a:extLst>
            </p:cNvPr>
            <p:cNvGrpSpPr/>
            <p:nvPr/>
          </p:nvGrpSpPr>
          <p:grpSpPr>
            <a:xfrm>
              <a:off x="3633465" y="4908629"/>
              <a:ext cx="2566772" cy="1616225"/>
              <a:chOff x="6414881" y="1575397"/>
              <a:chExt cx="2566772" cy="1616225"/>
            </a:xfrm>
          </p:grpSpPr>
          <p:sp>
            <p:nvSpPr>
              <p:cNvPr id="78" name="Rectangle 77">
                <a:extLst>
                  <a:ext uri="{FF2B5EF4-FFF2-40B4-BE49-F238E27FC236}">
                    <a16:creationId xmlns:a16="http://schemas.microsoft.com/office/drawing/2014/main" id="{E5929872-E9FF-22F9-0DB9-6E9C7A049324}"/>
                  </a:ext>
                </a:extLst>
              </p:cNvPr>
              <p:cNvSpPr/>
              <p:nvPr/>
            </p:nvSpPr>
            <p:spPr>
              <a:xfrm>
                <a:off x="6414881" y="1575397"/>
                <a:ext cx="2566772" cy="161622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79" name="Rectangle 78">
                <a:extLst>
                  <a:ext uri="{FF2B5EF4-FFF2-40B4-BE49-F238E27FC236}">
                    <a16:creationId xmlns:a16="http://schemas.microsoft.com/office/drawing/2014/main" id="{9CF85004-7F82-3545-B5CF-4CA950EA7AD7}"/>
                  </a:ext>
                </a:extLst>
              </p:cNvPr>
              <p:cNvSpPr/>
              <p:nvPr/>
            </p:nvSpPr>
            <p:spPr>
              <a:xfrm>
                <a:off x="6485909" y="2637987"/>
                <a:ext cx="2436363"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0" name="Rectangle 79">
                <a:extLst>
                  <a:ext uri="{FF2B5EF4-FFF2-40B4-BE49-F238E27FC236}">
                    <a16:creationId xmlns:a16="http://schemas.microsoft.com/office/drawing/2014/main" id="{537A8D92-D0A5-52AE-105E-CC6CAEDB89BF}"/>
                  </a:ext>
                </a:extLst>
              </p:cNvPr>
              <p:cNvSpPr/>
              <p:nvPr/>
            </p:nvSpPr>
            <p:spPr>
              <a:xfrm>
                <a:off x="6485909" y="1672417"/>
                <a:ext cx="2436363" cy="965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1" name="Rectangle 80">
                <a:extLst>
                  <a:ext uri="{FF2B5EF4-FFF2-40B4-BE49-F238E27FC236}">
                    <a16:creationId xmlns:a16="http://schemas.microsoft.com/office/drawing/2014/main" id="{DD4694BD-742A-4CC3-C8AB-F914B257EDDE}"/>
                  </a:ext>
                </a:extLst>
              </p:cNvPr>
              <p:cNvSpPr/>
              <p:nvPr/>
            </p:nvSpPr>
            <p:spPr>
              <a:xfrm>
                <a:off x="6536777" y="2710747"/>
                <a:ext cx="2297582" cy="25681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amet, consectetur adipiscing elit, sed do eiusmod tempor incididunt ut labore et dolore magna aliqua.</a:t>
                </a:r>
                <a:endParaRPr lang="en-RW" sz="700" dirty="0">
                  <a:latin typeface="Helvetica 45 Light" panose="020B0500000000000000" pitchFamily="34" charset="0"/>
                </a:endParaRPr>
              </a:p>
            </p:txBody>
          </p:sp>
          <p:sp>
            <p:nvSpPr>
              <p:cNvPr id="82" name="Rectangle: Rounded Corners 81">
                <a:extLst>
                  <a:ext uri="{FF2B5EF4-FFF2-40B4-BE49-F238E27FC236}">
                    <a16:creationId xmlns:a16="http://schemas.microsoft.com/office/drawing/2014/main" id="{3E5C1EFC-63D3-259F-F0DC-D06A64315F74}"/>
                  </a:ext>
                </a:extLst>
              </p:cNvPr>
              <p:cNvSpPr/>
              <p:nvPr/>
            </p:nvSpPr>
            <p:spPr>
              <a:xfrm>
                <a:off x="6906464"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3" name="Rectangle: Rounded Corners 82">
                <a:extLst>
                  <a:ext uri="{FF2B5EF4-FFF2-40B4-BE49-F238E27FC236}">
                    <a16:creationId xmlns:a16="http://schemas.microsoft.com/office/drawing/2014/main" id="{F2568350-4F22-4735-31DC-887D4CF6095F}"/>
                  </a:ext>
                </a:extLst>
              </p:cNvPr>
              <p:cNvSpPr/>
              <p:nvPr/>
            </p:nvSpPr>
            <p:spPr>
              <a:xfrm>
                <a:off x="6783596"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4" name="Rectangle: Rounded Corners 83">
                <a:extLst>
                  <a:ext uri="{FF2B5EF4-FFF2-40B4-BE49-F238E27FC236}">
                    <a16:creationId xmlns:a16="http://schemas.microsoft.com/office/drawing/2014/main" id="{F4EC5C45-8618-35CF-AF4C-F3FC3815E350}"/>
                  </a:ext>
                </a:extLst>
              </p:cNvPr>
              <p:cNvSpPr/>
              <p:nvPr/>
            </p:nvSpPr>
            <p:spPr>
              <a:xfrm>
                <a:off x="6660728" y="3011888"/>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85" name="Rectangle: Rounded Corners 84">
                <a:extLst>
                  <a:ext uri="{FF2B5EF4-FFF2-40B4-BE49-F238E27FC236}">
                    <a16:creationId xmlns:a16="http://schemas.microsoft.com/office/drawing/2014/main" id="{62611107-6A25-0729-9CD1-44BAE6BFBD8D}"/>
                  </a:ext>
                </a:extLst>
              </p:cNvPr>
              <p:cNvSpPr/>
              <p:nvPr/>
            </p:nvSpPr>
            <p:spPr>
              <a:xfrm>
                <a:off x="6536777" y="3009556"/>
                <a:ext cx="72000" cy="72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sp>
          <p:nvSpPr>
            <p:cNvPr id="97" name="Rectangle: Rounded Corners 96">
              <a:extLst>
                <a:ext uri="{FF2B5EF4-FFF2-40B4-BE49-F238E27FC236}">
                  <a16:creationId xmlns:a16="http://schemas.microsoft.com/office/drawing/2014/main" id="{62556301-486C-8666-5945-111536D2A3D7}"/>
                </a:ext>
              </a:extLst>
            </p:cNvPr>
            <p:cNvSpPr/>
            <p:nvPr/>
          </p:nvSpPr>
          <p:spPr>
            <a:xfrm>
              <a:off x="5112517" y="2737891"/>
              <a:ext cx="1035975" cy="2122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section_navigation</a:t>
              </a:r>
              <a:endParaRPr lang="en-RW" sz="600" b="1" dirty="0">
                <a:solidFill>
                  <a:schemeClr val="tx1">
                    <a:lumMod val="75000"/>
                    <a:lumOff val="25000"/>
                  </a:schemeClr>
                </a:solidFill>
                <a:latin typeface="Helvetica 45 Light" panose="020B0500000000000000" pitchFamily="34" charset="0"/>
              </a:endParaRPr>
            </a:p>
          </p:txBody>
        </p:sp>
        <p:pic>
          <p:nvPicPr>
            <p:cNvPr id="1028" name="Picture 4" descr="Image, photo, picture, placeholder icon - Download on Iconfinder">
              <a:extLst>
                <a:ext uri="{FF2B5EF4-FFF2-40B4-BE49-F238E27FC236}">
                  <a16:creationId xmlns:a16="http://schemas.microsoft.com/office/drawing/2014/main" id="{5A035123-0D65-3B01-2901-AC58E9ADF06B}"/>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3099" t="16854" r="1414" b="15656"/>
            <a:stretch/>
          </p:blipFill>
          <p:spPr bwMode="auto">
            <a:xfrm>
              <a:off x="971224" y="3249163"/>
              <a:ext cx="2436363" cy="9724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 photo, picture, placeholder icon - Download on Iconfinder">
              <a:extLst>
                <a:ext uri="{FF2B5EF4-FFF2-40B4-BE49-F238E27FC236}">
                  <a16:creationId xmlns:a16="http://schemas.microsoft.com/office/drawing/2014/main" id="{002EF15D-0AAF-E54B-C97F-574280C31A02}"/>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3099" t="16854" r="1414" b="15656"/>
            <a:stretch/>
          </p:blipFill>
          <p:spPr bwMode="auto">
            <a:xfrm>
              <a:off x="3699652" y="3242264"/>
              <a:ext cx="2436363" cy="9724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mage, photo, picture, placeholder icon - Download on Iconfinder">
              <a:extLst>
                <a:ext uri="{FF2B5EF4-FFF2-40B4-BE49-F238E27FC236}">
                  <a16:creationId xmlns:a16="http://schemas.microsoft.com/office/drawing/2014/main" id="{54C86742-7405-158F-CF74-8B0A6A376743}"/>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3099" t="16854" r="1414" b="15656"/>
            <a:stretch/>
          </p:blipFill>
          <p:spPr bwMode="auto">
            <a:xfrm>
              <a:off x="965400" y="5000589"/>
              <a:ext cx="2436363" cy="97246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Image, photo, picture, placeholder icon - Download on Iconfinder">
              <a:extLst>
                <a:ext uri="{FF2B5EF4-FFF2-40B4-BE49-F238E27FC236}">
                  <a16:creationId xmlns:a16="http://schemas.microsoft.com/office/drawing/2014/main" id="{CADC1BE8-CD86-8580-2C6E-B0D026AA5E10}"/>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3099" t="16854" r="1414" b="15656"/>
            <a:stretch/>
          </p:blipFill>
          <p:spPr bwMode="auto">
            <a:xfrm>
              <a:off x="3699651" y="5008893"/>
              <a:ext cx="2436363" cy="972468"/>
            </a:xfrm>
            <a:prstGeom prst="rect">
              <a:avLst/>
            </a:prstGeom>
            <a:noFill/>
            <a:extLst>
              <a:ext uri="{909E8E84-426E-40DD-AFC4-6F175D3DCCD1}">
                <a14:hiddenFill xmlns:a14="http://schemas.microsoft.com/office/drawing/2010/main">
                  <a:solidFill>
                    <a:srgbClr val="FFFFFF"/>
                  </a:solidFill>
                </a14:hiddenFill>
              </a:ext>
            </a:extLst>
          </p:spPr>
        </p:pic>
      </p:grpSp>
      <p:sp>
        <p:nvSpPr>
          <p:cNvPr id="103" name="Rectangle 102">
            <a:extLst>
              <a:ext uri="{FF2B5EF4-FFF2-40B4-BE49-F238E27FC236}">
                <a16:creationId xmlns:a16="http://schemas.microsoft.com/office/drawing/2014/main" id="{5B173646-4DEA-AFFB-DBEE-5E04A597DA1B}"/>
              </a:ext>
            </a:extLst>
          </p:cNvPr>
          <p:cNvSpPr/>
          <p:nvPr/>
        </p:nvSpPr>
        <p:spPr>
          <a:xfrm>
            <a:off x="1077717" y="6528290"/>
            <a:ext cx="990600"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pic>
        <p:nvPicPr>
          <p:cNvPr id="104" name="Picture 4" descr="Image, photo, picture, placeholder icon - Download on Iconfinder">
            <a:extLst>
              <a:ext uri="{FF2B5EF4-FFF2-40B4-BE49-F238E27FC236}">
                <a16:creationId xmlns:a16="http://schemas.microsoft.com/office/drawing/2014/main" id="{690DA410-2DE4-D1D1-5295-AD07EC9519A2}"/>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4231" t="16854" r="5195" b="15656"/>
          <a:stretch/>
        </p:blipFill>
        <p:spPr bwMode="auto">
          <a:xfrm>
            <a:off x="1080891" y="6563278"/>
            <a:ext cx="975450" cy="410468"/>
          </a:xfrm>
          <a:prstGeom prst="rect">
            <a:avLst/>
          </a:prstGeom>
          <a:noFill/>
          <a:extLst>
            <a:ext uri="{909E8E84-426E-40DD-AFC4-6F175D3DCCD1}">
              <a14:hiddenFill xmlns:a14="http://schemas.microsoft.com/office/drawing/2010/main">
                <a:solidFill>
                  <a:srgbClr val="FFFFFF"/>
                </a:solidFill>
              </a14:hiddenFill>
            </a:ext>
          </a:extLst>
        </p:spPr>
      </p:pic>
      <p:sp>
        <p:nvSpPr>
          <p:cNvPr id="105" name="Rectangle: Rounded Corners 104">
            <a:extLst>
              <a:ext uri="{FF2B5EF4-FFF2-40B4-BE49-F238E27FC236}">
                <a16:creationId xmlns:a16="http://schemas.microsoft.com/office/drawing/2014/main" id="{5E6641E6-DEEF-87DE-EA41-A13B766E5858}"/>
              </a:ext>
            </a:extLst>
          </p:cNvPr>
          <p:cNvSpPr/>
          <p:nvPr/>
        </p:nvSpPr>
        <p:spPr>
          <a:xfrm>
            <a:off x="1062566" y="7015733"/>
            <a:ext cx="1039354" cy="2083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datasets</a:t>
            </a:r>
            <a:endParaRPr lang="en-RW" sz="700" dirty="0">
              <a:solidFill>
                <a:schemeClr val="tx1">
                  <a:lumMod val="75000"/>
                  <a:lumOff val="25000"/>
                </a:schemeClr>
              </a:solidFill>
              <a:latin typeface="Helvetica Neue" panose="02000506040000020004" pitchFamily="2" charset="0"/>
            </a:endParaRPr>
          </a:p>
        </p:txBody>
      </p:sp>
      <p:sp>
        <p:nvSpPr>
          <p:cNvPr id="106" name="Rectangle 105">
            <a:extLst>
              <a:ext uri="{FF2B5EF4-FFF2-40B4-BE49-F238E27FC236}">
                <a16:creationId xmlns:a16="http://schemas.microsoft.com/office/drawing/2014/main" id="{837DD94B-E51E-5CE7-924C-120B7575FFF9}"/>
              </a:ext>
            </a:extLst>
          </p:cNvPr>
          <p:cNvSpPr/>
          <p:nvPr/>
        </p:nvSpPr>
        <p:spPr>
          <a:xfrm>
            <a:off x="2286670" y="6528290"/>
            <a:ext cx="990600"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pic>
        <p:nvPicPr>
          <p:cNvPr id="107" name="Picture 4" descr="Image, photo, picture, placeholder icon - Download on Iconfinder">
            <a:extLst>
              <a:ext uri="{FF2B5EF4-FFF2-40B4-BE49-F238E27FC236}">
                <a16:creationId xmlns:a16="http://schemas.microsoft.com/office/drawing/2014/main" id="{6FF3B1DD-1D48-D192-759B-D34CEDB56D4A}"/>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4231" t="16854" r="5195" b="15656"/>
          <a:stretch/>
        </p:blipFill>
        <p:spPr bwMode="auto">
          <a:xfrm>
            <a:off x="2289844" y="6563278"/>
            <a:ext cx="975450" cy="410468"/>
          </a:xfrm>
          <a:prstGeom prst="rect">
            <a:avLst/>
          </a:prstGeom>
          <a:noFill/>
          <a:extLst>
            <a:ext uri="{909E8E84-426E-40DD-AFC4-6F175D3DCCD1}">
              <a14:hiddenFill xmlns:a14="http://schemas.microsoft.com/office/drawing/2010/main">
                <a:solidFill>
                  <a:srgbClr val="FFFFFF"/>
                </a:solidFill>
              </a14:hiddenFill>
            </a:ext>
          </a:extLst>
        </p:spPr>
      </p:pic>
      <p:sp>
        <p:nvSpPr>
          <p:cNvPr id="108" name="Rectangle: Rounded Corners 107">
            <a:extLst>
              <a:ext uri="{FF2B5EF4-FFF2-40B4-BE49-F238E27FC236}">
                <a16:creationId xmlns:a16="http://schemas.microsoft.com/office/drawing/2014/main" id="{5BF90590-559B-4BE7-5800-8CBA64C6C4CB}"/>
              </a:ext>
            </a:extLst>
          </p:cNvPr>
          <p:cNvSpPr/>
          <p:nvPr/>
        </p:nvSpPr>
        <p:spPr>
          <a:xfrm>
            <a:off x="2271519" y="7015733"/>
            <a:ext cx="1039354" cy="2083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datasets</a:t>
            </a:r>
            <a:endParaRPr lang="en-RW" sz="700" dirty="0">
              <a:solidFill>
                <a:schemeClr val="tx1">
                  <a:lumMod val="75000"/>
                  <a:lumOff val="25000"/>
                </a:schemeClr>
              </a:solidFill>
              <a:latin typeface="Helvetica Neue" panose="02000506040000020004" pitchFamily="2" charset="0"/>
            </a:endParaRPr>
          </a:p>
        </p:txBody>
      </p:sp>
      <p:sp>
        <p:nvSpPr>
          <p:cNvPr id="109" name="Rectangle 108">
            <a:extLst>
              <a:ext uri="{FF2B5EF4-FFF2-40B4-BE49-F238E27FC236}">
                <a16:creationId xmlns:a16="http://schemas.microsoft.com/office/drawing/2014/main" id="{54BDAABE-4D3C-D6C3-E4A8-D5A615AD0B2B}"/>
              </a:ext>
            </a:extLst>
          </p:cNvPr>
          <p:cNvSpPr/>
          <p:nvPr/>
        </p:nvSpPr>
        <p:spPr>
          <a:xfrm>
            <a:off x="3492449" y="6528290"/>
            <a:ext cx="990600"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pic>
        <p:nvPicPr>
          <p:cNvPr id="110" name="Picture 4" descr="Image, photo, picture, placeholder icon - Download on Iconfinder">
            <a:extLst>
              <a:ext uri="{FF2B5EF4-FFF2-40B4-BE49-F238E27FC236}">
                <a16:creationId xmlns:a16="http://schemas.microsoft.com/office/drawing/2014/main" id="{1C09ADE7-A1B2-70CD-61DC-4AD3C234EE34}"/>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4231" t="16854" r="5195" b="15656"/>
          <a:stretch/>
        </p:blipFill>
        <p:spPr bwMode="auto">
          <a:xfrm>
            <a:off x="3495623" y="6563278"/>
            <a:ext cx="975450" cy="410468"/>
          </a:xfrm>
          <a:prstGeom prst="rect">
            <a:avLst/>
          </a:prstGeom>
          <a:noFill/>
          <a:extLst>
            <a:ext uri="{909E8E84-426E-40DD-AFC4-6F175D3DCCD1}">
              <a14:hiddenFill xmlns:a14="http://schemas.microsoft.com/office/drawing/2010/main">
                <a:solidFill>
                  <a:srgbClr val="FFFFFF"/>
                </a:solidFill>
              </a14:hiddenFill>
            </a:ext>
          </a:extLst>
        </p:spPr>
      </p:pic>
      <p:sp>
        <p:nvSpPr>
          <p:cNvPr id="111" name="Rectangle: Rounded Corners 110">
            <a:extLst>
              <a:ext uri="{FF2B5EF4-FFF2-40B4-BE49-F238E27FC236}">
                <a16:creationId xmlns:a16="http://schemas.microsoft.com/office/drawing/2014/main" id="{ABEAE290-2765-883B-F0C9-A83EC8F7FC81}"/>
              </a:ext>
            </a:extLst>
          </p:cNvPr>
          <p:cNvSpPr/>
          <p:nvPr/>
        </p:nvSpPr>
        <p:spPr>
          <a:xfrm>
            <a:off x="3477298" y="7015733"/>
            <a:ext cx="1039354" cy="2083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datasets</a:t>
            </a:r>
            <a:endParaRPr lang="en-RW" sz="700" dirty="0">
              <a:solidFill>
                <a:schemeClr val="tx1">
                  <a:lumMod val="75000"/>
                  <a:lumOff val="25000"/>
                </a:schemeClr>
              </a:solidFill>
              <a:latin typeface="Helvetica Neue" panose="02000506040000020004" pitchFamily="2" charset="0"/>
            </a:endParaRPr>
          </a:p>
        </p:txBody>
      </p:sp>
      <p:sp>
        <p:nvSpPr>
          <p:cNvPr id="112" name="Rectangle 111">
            <a:extLst>
              <a:ext uri="{FF2B5EF4-FFF2-40B4-BE49-F238E27FC236}">
                <a16:creationId xmlns:a16="http://schemas.microsoft.com/office/drawing/2014/main" id="{BF2AF260-FB3D-62AF-849B-4FD3830D6160}"/>
              </a:ext>
            </a:extLst>
          </p:cNvPr>
          <p:cNvSpPr/>
          <p:nvPr/>
        </p:nvSpPr>
        <p:spPr>
          <a:xfrm>
            <a:off x="4683564" y="6533899"/>
            <a:ext cx="990600" cy="48916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pic>
        <p:nvPicPr>
          <p:cNvPr id="113" name="Picture 4" descr="Image, photo, picture, placeholder icon - Download on Iconfinder">
            <a:extLst>
              <a:ext uri="{FF2B5EF4-FFF2-40B4-BE49-F238E27FC236}">
                <a16:creationId xmlns:a16="http://schemas.microsoft.com/office/drawing/2014/main" id="{89C84CE6-9B3B-D9C9-F89F-980C3E9F8F04}"/>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4231" t="16854" r="5195" b="15656"/>
          <a:stretch/>
        </p:blipFill>
        <p:spPr bwMode="auto">
          <a:xfrm>
            <a:off x="4686738" y="6568887"/>
            <a:ext cx="975450" cy="410468"/>
          </a:xfrm>
          <a:prstGeom prst="rect">
            <a:avLst/>
          </a:prstGeom>
          <a:noFill/>
          <a:extLst>
            <a:ext uri="{909E8E84-426E-40DD-AFC4-6F175D3DCCD1}">
              <a14:hiddenFill xmlns:a14="http://schemas.microsoft.com/office/drawing/2010/main">
                <a:solidFill>
                  <a:srgbClr val="FFFFFF"/>
                </a:solidFill>
              </a14:hiddenFill>
            </a:ext>
          </a:extLst>
        </p:spPr>
      </p:pic>
      <p:sp>
        <p:nvSpPr>
          <p:cNvPr id="114" name="Rectangle: Rounded Corners 113">
            <a:extLst>
              <a:ext uri="{FF2B5EF4-FFF2-40B4-BE49-F238E27FC236}">
                <a16:creationId xmlns:a16="http://schemas.microsoft.com/office/drawing/2014/main" id="{CB3987DB-A1BC-5392-92F3-9A2A4DD4E51B}"/>
              </a:ext>
            </a:extLst>
          </p:cNvPr>
          <p:cNvSpPr/>
          <p:nvPr/>
        </p:nvSpPr>
        <p:spPr>
          <a:xfrm>
            <a:off x="4668413" y="7021342"/>
            <a:ext cx="1039354" cy="20835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datasets</a:t>
            </a:r>
            <a:endParaRPr lang="en-RW" sz="700" dirty="0">
              <a:solidFill>
                <a:schemeClr val="tx1">
                  <a:lumMod val="75000"/>
                  <a:lumOff val="25000"/>
                </a:schemeClr>
              </a:solidFill>
              <a:latin typeface="Helvetica Neue" panose="02000506040000020004" pitchFamily="2" charset="0"/>
            </a:endParaRPr>
          </a:p>
        </p:txBody>
      </p:sp>
      <p:grpSp>
        <p:nvGrpSpPr>
          <p:cNvPr id="1046" name="Group 1045">
            <a:extLst>
              <a:ext uri="{FF2B5EF4-FFF2-40B4-BE49-F238E27FC236}">
                <a16:creationId xmlns:a16="http://schemas.microsoft.com/office/drawing/2014/main" id="{F5C03884-723C-CBBD-3001-663F1F6D54AC}"/>
              </a:ext>
            </a:extLst>
          </p:cNvPr>
          <p:cNvGrpSpPr/>
          <p:nvPr/>
        </p:nvGrpSpPr>
        <p:grpSpPr>
          <a:xfrm>
            <a:off x="7925490" y="1016269"/>
            <a:ext cx="3642956" cy="5154282"/>
            <a:chOff x="6618919" y="2697947"/>
            <a:chExt cx="3642956" cy="5154282"/>
          </a:xfrm>
        </p:grpSpPr>
        <p:sp>
          <p:nvSpPr>
            <p:cNvPr id="11" name="Rectangle 10">
              <a:extLst>
                <a:ext uri="{FF2B5EF4-FFF2-40B4-BE49-F238E27FC236}">
                  <a16:creationId xmlns:a16="http://schemas.microsoft.com/office/drawing/2014/main" id="{C3AE3CA9-3A10-91A2-9904-F5CC3666AE5A}"/>
                </a:ext>
              </a:extLst>
            </p:cNvPr>
            <p:cNvSpPr/>
            <p:nvPr/>
          </p:nvSpPr>
          <p:spPr>
            <a:xfrm>
              <a:off x="6618919" y="2697947"/>
              <a:ext cx="3642955" cy="515428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lang="en-US" dirty="0">
                <a:solidFill>
                  <a:schemeClr val="tx1">
                    <a:lumMod val="65000"/>
                    <a:lumOff val="35000"/>
                  </a:schemeClr>
                </a:solidFill>
                <a:latin typeface="Helvetica 45 Light" panose="020B0500000000000000" pitchFamily="34" charset="0"/>
              </a:endParaRPr>
            </a:p>
          </p:txBody>
        </p:sp>
        <p:sp>
          <p:nvSpPr>
            <p:cNvPr id="16" name="Rectangle 15">
              <a:extLst>
                <a:ext uri="{FF2B5EF4-FFF2-40B4-BE49-F238E27FC236}">
                  <a16:creationId xmlns:a16="http://schemas.microsoft.com/office/drawing/2014/main" id="{04695EBD-80B8-9BDB-2887-C143E9A97757}"/>
                </a:ext>
              </a:extLst>
            </p:cNvPr>
            <p:cNvSpPr/>
            <p:nvPr/>
          </p:nvSpPr>
          <p:spPr>
            <a:xfrm>
              <a:off x="6753919" y="3234995"/>
              <a:ext cx="990600" cy="77192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19" name="Rectangle 18">
              <a:extLst>
                <a:ext uri="{FF2B5EF4-FFF2-40B4-BE49-F238E27FC236}">
                  <a16:creationId xmlns:a16="http://schemas.microsoft.com/office/drawing/2014/main" id="{DF5FC645-C195-7E99-6414-7EA691CB09C7}"/>
                </a:ext>
              </a:extLst>
            </p:cNvPr>
            <p:cNvSpPr/>
            <p:nvPr/>
          </p:nvSpPr>
          <p:spPr>
            <a:xfrm>
              <a:off x="7744518" y="3237709"/>
              <a:ext cx="2374635" cy="77192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5" name="Rectangle: Rounded Corners 24">
              <a:extLst>
                <a:ext uri="{FF2B5EF4-FFF2-40B4-BE49-F238E27FC236}">
                  <a16:creationId xmlns:a16="http://schemas.microsoft.com/office/drawing/2014/main" id="{7AD368F6-E487-D5E8-FE85-B5245286FB8B}"/>
                </a:ext>
              </a:extLst>
            </p:cNvPr>
            <p:cNvSpPr/>
            <p:nvPr/>
          </p:nvSpPr>
          <p:spPr>
            <a:xfrm>
              <a:off x="7813302" y="3821085"/>
              <a:ext cx="47821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domain</a:t>
              </a:r>
              <a:endParaRPr lang="en-RW" sz="700" dirty="0">
                <a:solidFill>
                  <a:schemeClr val="tx1">
                    <a:lumMod val="75000"/>
                    <a:lumOff val="25000"/>
                  </a:schemeClr>
                </a:solidFill>
                <a:latin typeface="Helvetica Neue" panose="02000506040000020004" pitchFamily="2" charset="0"/>
              </a:endParaRPr>
            </a:p>
          </p:txBody>
        </p:sp>
        <p:sp>
          <p:nvSpPr>
            <p:cNvPr id="26" name="Rectangle: Rounded Corners 25">
              <a:extLst>
                <a:ext uri="{FF2B5EF4-FFF2-40B4-BE49-F238E27FC236}">
                  <a16:creationId xmlns:a16="http://schemas.microsoft.com/office/drawing/2014/main" id="{3CE0F80D-B2FD-EF58-506A-95AA155152CC}"/>
                </a:ext>
              </a:extLst>
            </p:cNvPr>
            <p:cNvSpPr/>
            <p:nvPr/>
          </p:nvSpPr>
          <p:spPr>
            <a:xfrm>
              <a:off x="8310563" y="3821085"/>
              <a:ext cx="59293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subdomain</a:t>
              </a:r>
              <a:endParaRPr lang="en-RW" sz="700" dirty="0">
                <a:solidFill>
                  <a:schemeClr val="tx1">
                    <a:lumMod val="75000"/>
                    <a:lumOff val="25000"/>
                  </a:schemeClr>
                </a:solidFill>
                <a:latin typeface="Helvetica Neue" panose="02000506040000020004" pitchFamily="2" charset="0"/>
              </a:endParaRPr>
            </a:p>
          </p:txBody>
        </p:sp>
        <p:sp>
          <p:nvSpPr>
            <p:cNvPr id="27" name="Rectangle: Rounded Corners 26">
              <a:extLst>
                <a:ext uri="{FF2B5EF4-FFF2-40B4-BE49-F238E27FC236}">
                  <a16:creationId xmlns:a16="http://schemas.microsoft.com/office/drawing/2014/main" id="{937F0E58-A413-1FCC-8BE5-3EE50F3745DE}"/>
                </a:ext>
              </a:extLst>
            </p:cNvPr>
            <p:cNvSpPr/>
            <p:nvPr/>
          </p:nvSpPr>
          <p:spPr>
            <a:xfrm>
              <a:off x="7813302" y="3276918"/>
              <a:ext cx="2146038" cy="51421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t>
              </a:r>
              <a:r>
                <a:rPr lang="en-US" sz="700" dirty="0" err="1">
                  <a:solidFill>
                    <a:schemeClr val="tx1">
                      <a:lumMod val="75000"/>
                      <a:lumOff val="25000"/>
                    </a:schemeClr>
                  </a:solidFill>
                  <a:latin typeface="Helvetica Neue" panose="02000506040000020004" pitchFamily="2" charset="0"/>
                </a:rPr>
                <a:t>amet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consectetur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adipiscing</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elit</a:t>
              </a:r>
              <a:r>
                <a:rPr lang="en-US" sz="700" dirty="0">
                  <a:solidFill>
                    <a:schemeClr val="tx1">
                      <a:lumMod val="75000"/>
                      <a:lumOff val="25000"/>
                    </a:schemeClr>
                  </a:solidFill>
                  <a:latin typeface="Helvetica Neue" panose="02000506040000020004" pitchFamily="2" charset="0"/>
                </a:rPr>
                <a:t>, sed do </a:t>
              </a:r>
              <a:r>
                <a:rPr lang="en-US" sz="700" dirty="0" err="1">
                  <a:solidFill>
                    <a:schemeClr val="tx1">
                      <a:lumMod val="75000"/>
                      <a:lumOff val="25000"/>
                    </a:schemeClr>
                  </a:solidFill>
                  <a:latin typeface="Helvetica Neue" panose="02000506040000020004" pitchFamily="2" charset="0"/>
                </a:rPr>
                <a:t>eiusmod</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tempor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incididunt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ut</a:t>
              </a:r>
              <a:r>
                <a:rPr lang="en-US" sz="700" dirty="0">
                  <a:solidFill>
                    <a:schemeClr val="tx1">
                      <a:lumMod val="75000"/>
                      <a:lumOff val="25000"/>
                    </a:schemeClr>
                  </a:solidFill>
                  <a:latin typeface="Helvetica Neue" panose="02000506040000020004" pitchFamily="2" charset="0"/>
                </a:rPr>
                <a:t> labore et dolore magna </a:t>
              </a:r>
              <a:r>
                <a:rPr lang="en-US" sz="700" dirty="0" err="1">
                  <a:solidFill>
                    <a:schemeClr val="tx1">
                      <a:lumMod val="75000"/>
                      <a:lumOff val="25000"/>
                    </a:schemeClr>
                  </a:solidFill>
                  <a:latin typeface="Helvetica Neue" panose="02000506040000020004" pitchFamily="2" charset="0"/>
                </a:rPr>
                <a:t>aliqua</a:t>
              </a:r>
              <a:r>
                <a:rPr lang="en-US" sz="700" dirty="0">
                  <a:solidFill>
                    <a:schemeClr val="tx1">
                      <a:lumMod val="75000"/>
                      <a:lumOff val="25000"/>
                    </a:schemeClr>
                  </a:solidFill>
                  <a:latin typeface="Helvetica Neue" panose="02000506040000020004" pitchFamily="2" charset="0"/>
                </a:rPr>
                <a:t>.</a:t>
              </a:r>
              <a:endParaRPr lang="en-RW" sz="700" dirty="0">
                <a:latin typeface="Helvetica 45 Light" panose="020B0500000000000000" pitchFamily="34" charset="0"/>
              </a:endParaRPr>
            </a:p>
          </p:txBody>
        </p:sp>
        <p:sp>
          <p:nvSpPr>
            <p:cNvPr id="38" name="Rectangle: Rounded Corners 37">
              <a:extLst>
                <a:ext uri="{FF2B5EF4-FFF2-40B4-BE49-F238E27FC236}">
                  <a16:creationId xmlns:a16="http://schemas.microsoft.com/office/drawing/2014/main" id="{1CB839FF-215E-9D21-AA5F-B22794599BF3}"/>
                </a:ext>
              </a:extLst>
            </p:cNvPr>
            <p:cNvSpPr/>
            <p:nvPr/>
          </p:nvSpPr>
          <p:spPr>
            <a:xfrm>
              <a:off x="9222521" y="2988612"/>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dirty="0">
                  <a:solidFill>
                    <a:schemeClr val="tx1">
                      <a:lumMod val="65000"/>
                      <a:lumOff val="35000"/>
                    </a:schemeClr>
                  </a:solidFill>
                  <a:latin typeface="Helvetica 45 Light" panose="020B0500000000000000" pitchFamily="34" charset="0"/>
                </a:rPr>
                <a:t>View All &gt;</a:t>
              </a:r>
              <a:endParaRPr lang="en-RW" sz="700" b="1" dirty="0">
                <a:solidFill>
                  <a:schemeClr val="tx1">
                    <a:lumMod val="65000"/>
                    <a:lumOff val="35000"/>
                  </a:schemeClr>
                </a:solidFill>
                <a:latin typeface="Helvetica 45 Light" panose="020B0500000000000000" pitchFamily="34" charset="0"/>
              </a:endParaRPr>
            </a:p>
          </p:txBody>
        </p:sp>
        <p:sp>
          <p:nvSpPr>
            <p:cNvPr id="39" name="Rectangle: Rounded Corners 38">
              <a:extLst>
                <a:ext uri="{FF2B5EF4-FFF2-40B4-BE49-F238E27FC236}">
                  <a16:creationId xmlns:a16="http://schemas.microsoft.com/office/drawing/2014/main" id="{13878CEF-509B-EFB7-6F55-89FA12C0E8EB}"/>
                </a:ext>
              </a:extLst>
            </p:cNvPr>
            <p:cNvSpPr/>
            <p:nvPr/>
          </p:nvSpPr>
          <p:spPr>
            <a:xfrm>
              <a:off x="6639619" y="2902116"/>
              <a:ext cx="2451100" cy="28602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lumMod val="75000"/>
                      <a:lumOff val="25000"/>
                    </a:schemeClr>
                  </a:solidFill>
                  <a:latin typeface="HelveticaNeue MediumCond" panose="020B0506000000000000" pitchFamily="34" charset="0"/>
                </a:rPr>
                <a:t>Blog</a:t>
              </a:r>
              <a:r>
                <a:rPr lang="en-US" sz="1000" b="1" dirty="0">
                  <a:solidFill>
                    <a:schemeClr val="tx1">
                      <a:lumMod val="65000"/>
                      <a:lumOff val="35000"/>
                    </a:schemeClr>
                  </a:solidFill>
                  <a:latin typeface="HelveticaNeue MediumCond" panose="020B0506000000000000" pitchFamily="34" charset="0"/>
                </a:rPr>
                <a:t> </a:t>
              </a:r>
              <a:r>
                <a:rPr lang="en-US" sz="1400" b="1" dirty="0">
                  <a:solidFill>
                    <a:schemeClr val="tx1">
                      <a:lumMod val="75000"/>
                      <a:lumOff val="25000"/>
                    </a:schemeClr>
                  </a:solidFill>
                  <a:latin typeface="HelveticaNeue MediumCond" panose="020B0506000000000000" pitchFamily="34" charset="0"/>
                </a:rPr>
                <a:t>Posts</a:t>
              </a:r>
              <a:endParaRPr lang="en-RW" sz="1400" b="1" dirty="0">
                <a:solidFill>
                  <a:schemeClr val="tx1">
                    <a:lumMod val="75000"/>
                    <a:lumOff val="25000"/>
                  </a:schemeClr>
                </a:solidFill>
                <a:latin typeface="HelveticaNeue MediumCond" panose="020B0506000000000000" pitchFamily="34" charset="0"/>
              </a:endParaRPr>
            </a:p>
          </p:txBody>
        </p:sp>
        <p:sp>
          <p:nvSpPr>
            <p:cNvPr id="96" name="Rectangle: Rounded Corners 95">
              <a:extLst>
                <a:ext uri="{FF2B5EF4-FFF2-40B4-BE49-F238E27FC236}">
                  <a16:creationId xmlns:a16="http://schemas.microsoft.com/office/drawing/2014/main" id="{F1840D76-A3A3-3B35-0696-255F3AAEA2B3}"/>
                </a:ext>
              </a:extLst>
            </p:cNvPr>
            <p:cNvSpPr/>
            <p:nvPr/>
          </p:nvSpPr>
          <p:spPr>
            <a:xfrm>
              <a:off x="9340939" y="2800307"/>
              <a:ext cx="786516" cy="21226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r>
                <a:rPr lang="en-US" sz="500" dirty="0">
                  <a:solidFill>
                    <a:schemeClr val="bg1">
                      <a:lumMod val="50000"/>
                    </a:schemeClr>
                  </a:solidFill>
                  <a:latin typeface="Helvetica 45 Light" panose="020B0500000000000000" pitchFamily="34" charset="0"/>
                </a:rPr>
                <a:t>class: section_navigation</a:t>
              </a:r>
              <a:endParaRPr lang="en-RW" sz="500" b="1" dirty="0">
                <a:solidFill>
                  <a:schemeClr val="tx1">
                    <a:lumMod val="75000"/>
                    <a:lumOff val="25000"/>
                  </a:schemeClr>
                </a:solidFill>
                <a:latin typeface="Helvetica 45 Light" panose="020B0500000000000000" pitchFamily="34" charset="0"/>
              </a:endParaRPr>
            </a:p>
          </p:txBody>
        </p:sp>
        <p:sp>
          <p:nvSpPr>
            <p:cNvPr id="98" name="Rectangle: Rounded Corners 97">
              <a:extLst>
                <a:ext uri="{FF2B5EF4-FFF2-40B4-BE49-F238E27FC236}">
                  <a16:creationId xmlns:a16="http://schemas.microsoft.com/office/drawing/2014/main" id="{BEE4A4F2-A1EA-E962-8ED6-1BCCC051C78A}"/>
                </a:ext>
              </a:extLst>
            </p:cNvPr>
            <p:cNvSpPr/>
            <p:nvPr/>
          </p:nvSpPr>
          <p:spPr>
            <a:xfrm>
              <a:off x="6769069" y="2800307"/>
              <a:ext cx="1541494" cy="27814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r>
                <a:rPr lang="en-US" sz="500" dirty="0">
                  <a:solidFill>
                    <a:schemeClr val="bg1">
                      <a:lumMod val="50000"/>
                    </a:schemeClr>
                  </a:solidFill>
                  <a:latin typeface="Helvetica 45 Light" panose="020B0500000000000000" pitchFamily="34" charset="0"/>
                </a:rPr>
                <a:t>class: blog_posts content: blogs: title, highlight, description, domain, subdomain, application area</a:t>
              </a:r>
              <a:endParaRPr lang="en-RW" sz="500" b="1" dirty="0">
                <a:solidFill>
                  <a:schemeClr val="tx1">
                    <a:lumMod val="75000"/>
                    <a:lumOff val="25000"/>
                  </a:schemeClr>
                </a:solidFill>
                <a:latin typeface="Helvetica 45 Light" panose="020B0500000000000000" pitchFamily="34" charset="0"/>
              </a:endParaRPr>
            </a:p>
          </p:txBody>
        </p:sp>
        <p:pic>
          <p:nvPicPr>
            <p:cNvPr id="17" name="Picture 4" descr="Image, photo, picture, placeholder icon - Download on Iconfinder">
              <a:extLst>
                <a:ext uri="{FF2B5EF4-FFF2-40B4-BE49-F238E27FC236}">
                  <a16:creationId xmlns:a16="http://schemas.microsoft.com/office/drawing/2014/main" id="{626A442B-C085-08A6-6FB3-309EAB1EB3D2}"/>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3099" t="16854" r="1414" b="15656"/>
            <a:stretch/>
          </p:blipFill>
          <p:spPr bwMode="auto">
            <a:xfrm>
              <a:off x="6769069" y="3306419"/>
              <a:ext cx="1028362" cy="703212"/>
            </a:xfrm>
            <a:prstGeom prst="rect">
              <a:avLst/>
            </a:prstGeom>
            <a:noFill/>
            <a:extLst>
              <a:ext uri="{909E8E84-426E-40DD-AFC4-6F175D3DCCD1}">
                <a14:hiddenFill xmlns:a14="http://schemas.microsoft.com/office/drawing/2010/main">
                  <a:solidFill>
                    <a:srgbClr val="FFFFFF"/>
                  </a:solidFill>
                </a14:hiddenFill>
              </a:ext>
            </a:extLst>
          </p:spPr>
        </p:pic>
        <p:sp>
          <p:nvSpPr>
            <p:cNvPr id="50" name="Rectangle: Rounded Corners 49">
              <a:extLst>
                <a:ext uri="{FF2B5EF4-FFF2-40B4-BE49-F238E27FC236}">
                  <a16:creationId xmlns:a16="http://schemas.microsoft.com/office/drawing/2014/main" id="{3955E8DB-7EDE-3200-7EEE-CCF1CD224DD1}"/>
                </a:ext>
              </a:extLst>
            </p:cNvPr>
            <p:cNvSpPr/>
            <p:nvPr/>
          </p:nvSpPr>
          <p:spPr>
            <a:xfrm>
              <a:off x="8921402" y="3823001"/>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lumMod val="75000"/>
                      <a:lumOff val="25000"/>
                    </a:schemeClr>
                  </a:solidFill>
                  <a:latin typeface="Helvetica Neue" panose="02000506040000020004" pitchFamily="2" charset="0"/>
                </a:rPr>
                <a:t>application_area</a:t>
              </a:r>
              <a:endParaRPr lang="en-RW" sz="700" dirty="0">
                <a:solidFill>
                  <a:schemeClr val="tx1">
                    <a:lumMod val="75000"/>
                    <a:lumOff val="25000"/>
                  </a:schemeClr>
                </a:solidFill>
                <a:latin typeface="Helvetica Neue" panose="02000506040000020004" pitchFamily="2" charset="0"/>
              </a:endParaRPr>
            </a:p>
          </p:txBody>
        </p:sp>
        <p:sp>
          <p:nvSpPr>
            <p:cNvPr id="21" name="Rectangle 20">
              <a:extLst>
                <a:ext uri="{FF2B5EF4-FFF2-40B4-BE49-F238E27FC236}">
                  <a16:creationId xmlns:a16="http://schemas.microsoft.com/office/drawing/2014/main" id="{0C2708CF-A987-F26C-64E8-8C9AFC3CA9A9}"/>
                </a:ext>
              </a:extLst>
            </p:cNvPr>
            <p:cNvSpPr/>
            <p:nvPr/>
          </p:nvSpPr>
          <p:spPr>
            <a:xfrm>
              <a:off x="6753919" y="4158516"/>
              <a:ext cx="990600" cy="77192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2" name="Rectangle 21">
              <a:extLst>
                <a:ext uri="{FF2B5EF4-FFF2-40B4-BE49-F238E27FC236}">
                  <a16:creationId xmlns:a16="http://schemas.microsoft.com/office/drawing/2014/main" id="{FB4ED9A3-64E1-47DF-85C0-CA92999122B6}"/>
                </a:ext>
              </a:extLst>
            </p:cNvPr>
            <p:cNvSpPr/>
            <p:nvPr/>
          </p:nvSpPr>
          <p:spPr>
            <a:xfrm>
              <a:off x="7744518" y="4161230"/>
              <a:ext cx="2374635" cy="77192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3" name="Rectangle: Rounded Corners 22">
              <a:extLst>
                <a:ext uri="{FF2B5EF4-FFF2-40B4-BE49-F238E27FC236}">
                  <a16:creationId xmlns:a16="http://schemas.microsoft.com/office/drawing/2014/main" id="{604B1FB7-7EE6-89B5-43EE-68F0F65347B6}"/>
                </a:ext>
              </a:extLst>
            </p:cNvPr>
            <p:cNvSpPr/>
            <p:nvPr/>
          </p:nvSpPr>
          <p:spPr>
            <a:xfrm>
              <a:off x="7813302" y="4744606"/>
              <a:ext cx="47821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domain</a:t>
              </a:r>
              <a:endParaRPr lang="en-RW" sz="700" dirty="0">
                <a:solidFill>
                  <a:schemeClr val="tx1">
                    <a:lumMod val="75000"/>
                    <a:lumOff val="25000"/>
                  </a:schemeClr>
                </a:solidFill>
                <a:latin typeface="Helvetica Neue" panose="02000506040000020004" pitchFamily="2" charset="0"/>
              </a:endParaRPr>
            </a:p>
          </p:txBody>
        </p:sp>
        <p:sp>
          <p:nvSpPr>
            <p:cNvPr id="24" name="Rectangle: Rounded Corners 23">
              <a:extLst>
                <a:ext uri="{FF2B5EF4-FFF2-40B4-BE49-F238E27FC236}">
                  <a16:creationId xmlns:a16="http://schemas.microsoft.com/office/drawing/2014/main" id="{5D456AC4-656B-3025-FD51-FBDC03EC2A6C}"/>
                </a:ext>
              </a:extLst>
            </p:cNvPr>
            <p:cNvSpPr/>
            <p:nvPr/>
          </p:nvSpPr>
          <p:spPr>
            <a:xfrm>
              <a:off x="8310563" y="4744606"/>
              <a:ext cx="59293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subdomain</a:t>
              </a:r>
              <a:endParaRPr lang="en-RW" sz="700" dirty="0">
                <a:solidFill>
                  <a:schemeClr val="tx1">
                    <a:lumMod val="75000"/>
                    <a:lumOff val="25000"/>
                  </a:schemeClr>
                </a:solidFill>
                <a:latin typeface="Helvetica Neue" panose="02000506040000020004" pitchFamily="2" charset="0"/>
              </a:endParaRPr>
            </a:p>
          </p:txBody>
        </p:sp>
        <p:sp>
          <p:nvSpPr>
            <p:cNvPr id="30" name="Rectangle: Rounded Corners 29">
              <a:extLst>
                <a:ext uri="{FF2B5EF4-FFF2-40B4-BE49-F238E27FC236}">
                  <a16:creationId xmlns:a16="http://schemas.microsoft.com/office/drawing/2014/main" id="{243EA82C-1374-0E5A-33DB-B6BA0D975AD0}"/>
                </a:ext>
              </a:extLst>
            </p:cNvPr>
            <p:cNvSpPr/>
            <p:nvPr/>
          </p:nvSpPr>
          <p:spPr>
            <a:xfrm>
              <a:off x="7813302" y="4200439"/>
              <a:ext cx="2146038" cy="51421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t>
              </a:r>
              <a:r>
                <a:rPr lang="en-US" sz="700" dirty="0" err="1">
                  <a:solidFill>
                    <a:schemeClr val="tx1">
                      <a:lumMod val="75000"/>
                      <a:lumOff val="25000"/>
                    </a:schemeClr>
                  </a:solidFill>
                  <a:latin typeface="Helvetica Neue" panose="02000506040000020004" pitchFamily="2" charset="0"/>
                </a:rPr>
                <a:t>amet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consectetur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adipiscing</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elit</a:t>
              </a:r>
              <a:r>
                <a:rPr lang="en-US" sz="700" dirty="0">
                  <a:solidFill>
                    <a:schemeClr val="tx1">
                      <a:lumMod val="75000"/>
                      <a:lumOff val="25000"/>
                    </a:schemeClr>
                  </a:solidFill>
                  <a:latin typeface="Helvetica Neue" panose="02000506040000020004" pitchFamily="2" charset="0"/>
                </a:rPr>
                <a:t>, sed do </a:t>
              </a:r>
              <a:r>
                <a:rPr lang="en-US" sz="700" dirty="0" err="1">
                  <a:solidFill>
                    <a:schemeClr val="tx1">
                      <a:lumMod val="75000"/>
                      <a:lumOff val="25000"/>
                    </a:schemeClr>
                  </a:solidFill>
                  <a:latin typeface="Helvetica Neue" panose="02000506040000020004" pitchFamily="2" charset="0"/>
                </a:rPr>
                <a:t>eiusmod</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tempor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incididunt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ut</a:t>
              </a:r>
              <a:r>
                <a:rPr lang="en-US" sz="700" dirty="0">
                  <a:solidFill>
                    <a:schemeClr val="tx1">
                      <a:lumMod val="75000"/>
                      <a:lumOff val="25000"/>
                    </a:schemeClr>
                  </a:solidFill>
                  <a:latin typeface="Helvetica Neue" panose="02000506040000020004" pitchFamily="2" charset="0"/>
                </a:rPr>
                <a:t> labore et dolore magna </a:t>
              </a:r>
              <a:r>
                <a:rPr lang="en-US" sz="700" dirty="0" err="1">
                  <a:solidFill>
                    <a:schemeClr val="tx1">
                      <a:lumMod val="75000"/>
                      <a:lumOff val="25000"/>
                    </a:schemeClr>
                  </a:solidFill>
                  <a:latin typeface="Helvetica Neue" panose="02000506040000020004" pitchFamily="2" charset="0"/>
                </a:rPr>
                <a:t>aliqua</a:t>
              </a:r>
              <a:r>
                <a:rPr lang="en-US" sz="700" dirty="0">
                  <a:solidFill>
                    <a:schemeClr val="tx1">
                      <a:lumMod val="75000"/>
                      <a:lumOff val="25000"/>
                    </a:schemeClr>
                  </a:solidFill>
                  <a:latin typeface="Helvetica Neue" panose="02000506040000020004" pitchFamily="2" charset="0"/>
                </a:rPr>
                <a:t>.</a:t>
              </a:r>
              <a:endParaRPr lang="en-RW" sz="700" dirty="0">
                <a:latin typeface="Helvetica 45 Light" panose="020B0500000000000000" pitchFamily="34" charset="0"/>
              </a:endParaRPr>
            </a:p>
          </p:txBody>
        </p:sp>
        <p:pic>
          <p:nvPicPr>
            <p:cNvPr id="31" name="Picture 4" descr="Image, photo, picture, placeholder icon - Download on Iconfinder">
              <a:extLst>
                <a:ext uri="{FF2B5EF4-FFF2-40B4-BE49-F238E27FC236}">
                  <a16:creationId xmlns:a16="http://schemas.microsoft.com/office/drawing/2014/main" id="{8C15D0E5-D3A6-D3DC-C384-60424169B42D}"/>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3099" t="16854" r="1414" b="15656"/>
            <a:stretch/>
          </p:blipFill>
          <p:spPr bwMode="auto">
            <a:xfrm>
              <a:off x="6769069" y="4229940"/>
              <a:ext cx="1028362" cy="703212"/>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Rounded Corners 34">
              <a:extLst>
                <a:ext uri="{FF2B5EF4-FFF2-40B4-BE49-F238E27FC236}">
                  <a16:creationId xmlns:a16="http://schemas.microsoft.com/office/drawing/2014/main" id="{82DA9F1D-25E5-A758-D152-A9DB52A196D8}"/>
                </a:ext>
              </a:extLst>
            </p:cNvPr>
            <p:cNvSpPr/>
            <p:nvPr/>
          </p:nvSpPr>
          <p:spPr>
            <a:xfrm>
              <a:off x="8921402" y="4746522"/>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lumMod val="75000"/>
                      <a:lumOff val="25000"/>
                    </a:schemeClr>
                  </a:solidFill>
                  <a:latin typeface="Helvetica Neue" panose="02000506040000020004" pitchFamily="2" charset="0"/>
                </a:rPr>
                <a:t>application_area</a:t>
              </a:r>
              <a:endParaRPr lang="en-RW" sz="700" dirty="0">
                <a:solidFill>
                  <a:schemeClr val="tx1">
                    <a:lumMod val="75000"/>
                    <a:lumOff val="25000"/>
                  </a:schemeClr>
                </a:solidFill>
                <a:latin typeface="Helvetica Neue" panose="02000506040000020004" pitchFamily="2" charset="0"/>
              </a:endParaRPr>
            </a:p>
          </p:txBody>
        </p:sp>
        <p:sp>
          <p:nvSpPr>
            <p:cNvPr id="36" name="Rectangle 35">
              <a:extLst>
                <a:ext uri="{FF2B5EF4-FFF2-40B4-BE49-F238E27FC236}">
                  <a16:creationId xmlns:a16="http://schemas.microsoft.com/office/drawing/2014/main" id="{AE431796-5936-C244-A2C9-75DFB872A417}"/>
                </a:ext>
              </a:extLst>
            </p:cNvPr>
            <p:cNvSpPr/>
            <p:nvPr/>
          </p:nvSpPr>
          <p:spPr>
            <a:xfrm>
              <a:off x="6753919" y="5074617"/>
              <a:ext cx="990600" cy="77192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1025" name="Rectangle 1024">
              <a:extLst>
                <a:ext uri="{FF2B5EF4-FFF2-40B4-BE49-F238E27FC236}">
                  <a16:creationId xmlns:a16="http://schemas.microsoft.com/office/drawing/2014/main" id="{E072EC9E-884C-2F7D-3FD1-2FC2319F10C9}"/>
                </a:ext>
              </a:extLst>
            </p:cNvPr>
            <p:cNvSpPr/>
            <p:nvPr/>
          </p:nvSpPr>
          <p:spPr>
            <a:xfrm>
              <a:off x="7744518" y="5077331"/>
              <a:ext cx="2374635" cy="77192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1026" name="Rectangle: Rounded Corners 1025">
              <a:extLst>
                <a:ext uri="{FF2B5EF4-FFF2-40B4-BE49-F238E27FC236}">
                  <a16:creationId xmlns:a16="http://schemas.microsoft.com/office/drawing/2014/main" id="{1217FB1E-04DC-37A0-B9A9-EDF166FFF97E}"/>
                </a:ext>
              </a:extLst>
            </p:cNvPr>
            <p:cNvSpPr/>
            <p:nvPr/>
          </p:nvSpPr>
          <p:spPr>
            <a:xfrm>
              <a:off x="7813302" y="5660707"/>
              <a:ext cx="47821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domain</a:t>
              </a:r>
              <a:endParaRPr lang="en-RW" sz="700" dirty="0">
                <a:solidFill>
                  <a:schemeClr val="tx1">
                    <a:lumMod val="75000"/>
                    <a:lumOff val="25000"/>
                  </a:schemeClr>
                </a:solidFill>
                <a:latin typeface="Helvetica Neue" panose="02000506040000020004" pitchFamily="2" charset="0"/>
              </a:endParaRPr>
            </a:p>
          </p:txBody>
        </p:sp>
        <p:sp>
          <p:nvSpPr>
            <p:cNvPr id="1027" name="Rectangle: Rounded Corners 1026">
              <a:extLst>
                <a:ext uri="{FF2B5EF4-FFF2-40B4-BE49-F238E27FC236}">
                  <a16:creationId xmlns:a16="http://schemas.microsoft.com/office/drawing/2014/main" id="{0D837362-39E5-0460-EE92-BBA89AC8E14C}"/>
                </a:ext>
              </a:extLst>
            </p:cNvPr>
            <p:cNvSpPr/>
            <p:nvPr/>
          </p:nvSpPr>
          <p:spPr>
            <a:xfrm>
              <a:off x="8310563" y="5660707"/>
              <a:ext cx="59293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subdomain</a:t>
              </a:r>
              <a:endParaRPr lang="en-RW" sz="700" dirty="0">
                <a:solidFill>
                  <a:schemeClr val="tx1">
                    <a:lumMod val="75000"/>
                    <a:lumOff val="25000"/>
                  </a:schemeClr>
                </a:solidFill>
                <a:latin typeface="Helvetica Neue" panose="02000506040000020004" pitchFamily="2" charset="0"/>
              </a:endParaRPr>
            </a:p>
          </p:txBody>
        </p:sp>
        <p:sp>
          <p:nvSpPr>
            <p:cNvPr id="1029" name="Rectangle: Rounded Corners 1028">
              <a:extLst>
                <a:ext uri="{FF2B5EF4-FFF2-40B4-BE49-F238E27FC236}">
                  <a16:creationId xmlns:a16="http://schemas.microsoft.com/office/drawing/2014/main" id="{E60AEE03-193A-A9BC-DCDB-999BE6E00F81}"/>
                </a:ext>
              </a:extLst>
            </p:cNvPr>
            <p:cNvSpPr/>
            <p:nvPr/>
          </p:nvSpPr>
          <p:spPr>
            <a:xfrm>
              <a:off x="7813302" y="5116540"/>
              <a:ext cx="2146038" cy="51421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t>
              </a:r>
              <a:r>
                <a:rPr lang="en-US" sz="700" dirty="0" err="1">
                  <a:solidFill>
                    <a:schemeClr val="tx1">
                      <a:lumMod val="75000"/>
                      <a:lumOff val="25000"/>
                    </a:schemeClr>
                  </a:solidFill>
                  <a:latin typeface="Helvetica Neue" panose="02000506040000020004" pitchFamily="2" charset="0"/>
                </a:rPr>
                <a:t>amet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consectetur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adipiscing</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elit</a:t>
              </a:r>
              <a:r>
                <a:rPr lang="en-US" sz="700" dirty="0">
                  <a:solidFill>
                    <a:schemeClr val="tx1">
                      <a:lumMod val="75000"/>
                      <a:lumOff val="25000"/>
                    </a:schemeClr>
                  </a:solidFill>
                  <a:latin typeface="Helvetica Neue" panose="02000506040000020004" pitchFamily="2" charset="0"/>
                </a:rPr>
                <a:t>, sed do </a:t>
              </a:r>
              <a:r>
                <a:rPr lang="en-US" sz="700" dirty="0" err="1">
                  <a:solidFill>
                    <a:schemeClr val="tx1">
                      <a:lumMod val="75000"/>
                      <a:lumOff val="25000"/>
                    </a:schemeClr>
                  </a:solidFill>
                  <a:latin typeface="Helvetica Neue" panose="02000506040000020004" pitchFamily="2" charset="0"/>
                </a:rPr>
                <a:t>eiusmod</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tempor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incididunt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ut</a:t>
              </a:r>
              <a:r>
                <a:rPr lang="en-US" sz="700" dirty="0">
                  <a:solidFill>
                    <a:schemeClr val="tx1">
                      <a:lumMod val="75000"/>
                      <a:lumOff val="25000"/>
                    </a:schemeClr>
                  </a:solidFill>
                  <a:latin typeface="Helvetica Neue" panose="02000506040000020004" pitchFamily="2" charset="0"/>
                </a:rPr>
                <a:t> labore et dolore magna </a:t>
              </a:r>
              <a:r>
                <a:rPr lang="en-US" sz="700" dirty="0" err="1">
                  <a:solidFill>
                    <a:schemeClr val="tx1">
                      <a:lumMod val="75000"/>
                      <a:lumOff val="25000"/>
                    </a:schemeClr>
                  </a:solidFill>
                  <a:latin typeface="Helvetica Neue" panose="02000506040000020004" pitchFamily="2" charset="0"/>
                </a:rPr>
                <a:t>aliqua</a:t>
              </a:r>
              <a:r>
                <a:rPr lang="en-US" sz="700" dirty="0">
                  <a:solidFill>
                    <a:schemeClr val="tx1">
                      <a:lumMod val="75000"/>
                      <a:lumOff val="25000"/>
                    </a:schemeClr>
                  </a:solidFill>
                  <a:latin typeface="Helvetica Neue" panose="02000506040000020004" pitchFamily="2" charset="0"/>
                </a:rPr>
                <a:t>.</a:t>
              </a:r>
              <a:endParaRPr lang="en-RW" sz="700" dirty="0">
                <a:latin typeface="Helvetica 45 Light" panose="020B0500000000000000" pitchFamily="34" charset="0"/>
              </a:endParaRPr>
            </a:p>
          </p:txBody>
        </p:sp>
        <p:pic>
          <p:nvPicPr>
            <p:cNvPr id="1030" name="Picture 4" descr="Image, photo, picture, placeholder icon - Download on Iconfinder">
              <a:extLst>
                <a:ext uri="{FF2B5EF4-FFF2-40B4-BE49-F238E27FC236}">
                  <a16:creationId xmlns:a16="http://schemas.microsoft.com/office/drawing/2014/main" id="{5B162A85-2C85-D357-EA85-9A19DABFD583}"/>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3099" t="16854" r="1414" b="15656"/>
            <a:stretch/>
          </p:blipFill>
          <p:spPr bwMode="auto">
            <a:xfrm>
              <a:off x="6769069" y="5146041"/>
              <a:ext cx="1028362" cy="703212"/>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Rounded Corners 1030">
              <a:extLst>
                <a:ext uri="{FF2B5EF4-FFF2-40B4-BE49-F238E27FC236}">
                  <a16:creationId xmlns:a16="http://schemas.microsoft.com/office/drawing/2014/main" id="{11CC8C84-6C0E-0DCB-65CF-6FDCD3402B5D}"/>
                </a:ext>
              </a:extLst>
            </p:cNvPr>
            <p:cNvSpPr/>
            <p:nvPr/>
          </p:nvSpPr>
          <p:spPr>
            <a:xfrm>
              <a:off x="8921402" y="5662623"/>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lumMod val="75000"/>
                      <a:lumOff val="25000"/>
                    </a:schemeClr>
                  </a:solidFill>
                  <a:latin typeface="Helvetica Neue" panose="02000506040000020004" pitchFamily="2" charset="0"/>
                </a:rPr>
                <a:t>application_area</a:t>
              </a:r>
              <a:endParaRPr lang="en-RW" sz="700" dirty="0">
                <a:solidFill>
                  <a:schemeClr val="tx1">
                    <a:lumMod val="75000"/>
                    <a:lumOff val="25000"/>
                  </a:schemeClr>
                </a:solidFill>
                <a:latin typeface="Helvetica Neue" panose="02000506040000020004" pitchFamily="2" charset="0"/>
              </a:endParaRPr>
            </a:p>
          </p:txBody>
        </p:sp>
        <p:sp>
          <p:nvSpPr>
            <p:cNvPr id="1032" name="Rectangle 1031">
              <a:extLst>
                <a:ext uri="{FF2B5EF4-FFF2-40B4-BE49-F238E27FC236}">
                  <a16:creationId xmlns:a16="http://schemas.microsoft.com/office/drawing/2014/main" id="{0111FB74-F180-DCA1-00CC-8D352436A4D2}"/>
                </a:ext>
              </a:extLst>
            </p:cNvPr>
            <p:cNvSpPr/>
            <p:nvPr/>
          </p:nvSpPr>
          <p:spPr>
            <a:xfrm>
              <a:off x="6738769" y="5997404"/>
              <a:ext cx="990600" cy="77192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1033" name="Rectangle 1032">
              <a:extLst>
                <a:ext uri="{FF2B5EF4-FFF2-40B4-BE49-F238E27FC236}">
                  <a16:creationId xmlns:a16="http://schemas.microsoft.com/office/drawing/2014/main" id="{60D9D958-D259-9191-12BC-2A58FF300699}"/>
                </a:ext>
              </a:extLst>
            </p:cNvPr>
            <p:cNvSpPr/>
            <p:nvPr/>
          </p:nvSpPr>
          <p:spPr>
            <a:xfrm>
              <a:off x="7729368" y="6000118"/>
              <a:ext cx="2374635" cy="77192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1034" name="Rectangle: Rounded Corners 1033">
              <a:extLst>
                <a:ext uri="{FF2B5EF4-FFF2-40B4-BE49-F238E27FC236}">
                  <a16:creationId xmlns:a16="http://schemas.microsoft.com/office/drawing/2014/main" id="{FD67361F-6986-DFAB-946B-17F04BC26DFA}"/>
                </a:ext>
              </a:extLst>
            </p:cNvPr>
            <p:cNvSpPr/>
            <p:nvPr/>
          </p:nvSpPr>
          <p:spPr>
            <a:xfrm>
              <a:off x="7798152" y="6583494"/>
              <a:ext cx="47821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domain</a:t>
              </a:r>
              <a:endParaRPr lang="en-RW" sz="700" dirty="0">
                <a:solidFill>
                  <a:schemeClr val="tx1">
                    <a:lumMod val="75000"/>
                    <a:lumOff val="25000"/>
                  </a:schemeClr>
                </a:solidFill>
                <a:latin typeface="Helvetica Neue" panose="02000506040000020004" pitchFamily="2" charset="0"/>
              </a:endParaRPr>
            </a:p>
          </p:txBody>
        </p:sp>
        <p:sp>
          <p:nvSpPr>
            <p:cNvPr id="1035" name="Rectangle: Rounded Corners 1034">
              <a:extLst>
                <a:ext uri="{FF2B5EF4-FFF2-40B4-BE49-F238E27FC236}">
                  <a16:creationId xmlns:a16="http://schemas.microsoft.com/office/drawing/2014/main" id="{E5FA58BB-39F5-F490-F951-DF4601446853}"/>
                </a:ext>
              </a:extLst>
            </p:cNvPr>
            <p:cNvSpPr/>
            <p:nvPr/>
          </p:nvSpPr>
          <p:spPr>
            <a:xfrm>
              <a:off x="8295413" y="6583494"/>
              <a:ext cx="59293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subdomain</a:t>
              </a:r>
              <a:endParaRPr lang="en-RW" sz="700" dirty="0">
                <a:solidFill>
                  <a:schemeClr val="tx1">
                    <a:lumMod val="75000"/>
                    <a:lumOff val="25000"/>
                  </a:schemeClr>
                </a:solidFill>
                <a:latin typeface="Helvetica Neue" panose="02000506040000020004" pitchFamily="2" charset="0"/>
              </a:endParaRPr>
            </a:p>
          </p:txBody>
        </p:sp>
        <p:sp>
          <p:nvSpPr>
            <p:cNvPr id="1036" name="Rectangle: Rounded Corners 1035">
              <a:extLst>
                <a:ext uri="{FF2B5EF4-FFF2-40B4-BE49-F238E27FC236}">
                  <a16:creationId xmlns:a16="http://schemas.microsoft.com/office/drawing/2014/main" id="{E909FA60-AFF4-DC4E-81FC-AAEEB61D30C9}"/>
                </a:ext>
              </a:extLst>
            </p:cNvPr>
            <p:cNvSpPr/>
            <p:nvPr/>
          </p:nvSpPr>
          <p:spPr>
            <a:xfrm>
              <a:off x="7798152" y="6039327"/>
              <a:ext cx="2146038" cy="51421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t>
              </a:r>
              <a:r>
                <a:rPr lang="en-US" sz="700" dirty="0" err="1">
                  <a:solidFill>
                    <a:schemeClr val="tx1">
                      <a:lumMod val="75000"/>
                      <a:lumOff val="25000"/>
                    </a:schemeClr>
                  </a:solidFill>
                  <a:latin typeface="Helvetica Neue" panose="02000506040000020004" pitchFamily="2" charset="0"/>
                </a:rPr>
                <a:t>amet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consectetur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adipiscing</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elit</a:t>
              </a:r>
              <a:r>
                <a:rPr lang="en-US" sz="700" dirty="0">
                  <a:solidFill>
                    <a:schemeClr val="tx1">
                      <a:lumMod val="75000"/>
                      <a:lumOff val="25000"/>
                    </a:schemeClr>
                  </a:solidFill>
                  <a:latin typeface="Helvetica Neue" panose="02000506040000020004" pitchFamily="2" charset="0"/>
                </a:rPr>
                <a:t>, sed do </a:t>
              </a:r>
              <a:r>
                <a:rPr lang="en-US" sz="700" dirty="0" err="1">
                  <a:solidFill>
                    <a:schemeClr val="tx1">
                      <a:lumMod val="75000"/>
                      <a:lumOff val="25000"/>
                    </a:schemeClr>
                  </a:solidFill>
                  <a:latin typeface="Helvetica Neue" panose="02000506040000020004" pitchFamily="2" charset="0"/>
                </a:rPr>
                <a:t>eiusmod</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tempor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incididunt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ut</a:t>
              </a:r>
              <a:r>
                <a:rPr lang="en-US" sz="700" dirty="0">
                  <a:solidFill>
                    <a:schemeClr val="tx1">
                      <a:lumMod val="75000"/>
                      <a:lumOff val="25000"/>
                    </a:schemeClr>
                  </a:solidFill>
                  <a:latin typeface="Helvetica Neue" panose="02000506040000020004" pitchFamily="2" charset="0"/>
                </a:rPr>
                <a:t> labore et dolore magna </a:t>
              </a:r>
              <a:r>
                <a:rPr lang="en-US" sz="700" dirty="0" err="1">
                  <a:solidFill>
                    <a:schemeClr val="tx1">
                      <a:lumMod val="75000"/>
                      <a:lumOff val="25000"/>
                    </a:schemeClr>
                  </a:solidFill>
                  <a:latin typeface="Helvetica Neue" panose="02000506040000020004" pitchFamily="2" charset="0"/>
                </a:rPr>
                <a:t>aliqua</a:t>
              </a:r>
              <a:r>
                <a:rPr lang="en-US" sz="700" dirty="0">
                  <a:solidFill>
                    <a:schemeClr val="tx1">
                      <a:lumMod val="75000"/>
                      <a:lumOff val="25000"/>
                    </a:schemeClr>
                  </a:solidFill>
                  <a:latin typeface="Helvetica Neue" panose="02000506040000020004" pitchFamily="2" charset="0"/>
                </a:rPr>
                <a:t>.</a:t>
              </a:r>
              <a:endParaRPr lang="en-RW" sz="700" dirty="0">
                <a:latin typeface="Helvetica 45 Light" panose="020B0500000000000000" pitchFamily="34" charset="0"/>
              </a:endParaRPr>
            </a:p>
          </p:txBody>
        </p:sp>
        <p:pic>
          <p:nvPicPr>
            <p:cNvPr id="1037" name="Picture 4" descr="Image, photo, picture, placeholder icon - Download on Iconfinder">
              <a:extLst>
                <a:ext uri="{FF2B5EF4-FFF2-40B4-BE49-F238E27FC236}">
                  <a16:creationId xmlns:a16="http://schemas.microsoft.com/office/drawing/2014/main" id="{455B4CA7-800F-F711-D881-DE062D46039D}"/>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3099" t="16854" r="1414" b="15656"/>
            <a:stretch/>
          </p:blipFill>
          <p:spPr bwMode="auto">
            <a:xfrm>
              <a:off x="6753919" y="6068828"/>
              <a:ext cx="1028362" cy="703212"/>
            </a:xfrm>
            <a:prstGeom prst="rect">
              <a:avLst/>
            </a:prstGeom>
            <a:noFill/>
            <a:extLst>
              <a:ext uri="{909E8E84-426E-40DD-AFC4-6F175D3DCCD1}">
                <a14:hiddenFill xmlns:a14="http://schemas.microsoft.com/office/drawing/2010/main">
                  <a:solidFill>
                    <a:srgbClr val="FFFFFF"/>
                  </a:solidFill>
                </a14:hiddenFill>
              </a:ext>
            </a:extLst>
          </p:spPr>
        </p:pic>
        <p:sp>
          <p:nvSpPr>
            <p:cNvPr id="1038" name="Rectangle: Rounded Corners 1037">
              <a:extLst>
                <a:ext uri="{FF2B5EF4-FFF2-40B4-BE49-F238E27FC236}">
                  <a16:creationId xmlns:a16="http://schemas.microsoft.com/office/drawing/2014/main" id="{C5509C6D-4423-B746-05B0-D6D03463E1BB}"/>
                </a:ext>
              </a:extLst>
            </p:cNvPr>
            <p:cNvSpPr/>
            <p:nvPr/>
          </p:nvSpPr>
          <p:spPr>
            <a:xfrm>
              <a:off x="8906252" y="6585410"/>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lumMod val="75000"/>
                      <a:lumOff val="25000"/>
                    </a:schemeClr>
                  </a:solidFill>
                  <a:latin typeface="Helvetica Neue" panose="02000506040000020004" pitchFamily="2" charset="0"/>
                </a:rPr>
                <a:t>application_area</a:t>
              </a:r>
              <a:endParaRPr lang="en-RW" sz="700" dirty="0">
                <a:solidFill>
                  <a:schemeClr val="tx1">
                    <a:lumMod val="75000"/>
                    <a:lumOff val="25000"/>
                  </a:schemeClr>
                </a:solidFill>
                <a:latin typeface="Helvetica Neue" panose="02000506040000020004" pitchFamily="2" charset="0"/>
              </a:endParaRPr>
            </a:p>
          </p:txBody>
        </p:sp>
        <p:sp>
          <p:nvSpPr>
            <p:cNvPr id="1039" name="Rectangle 1038">
              <a:extLst>
                <a:ext uri="{FF2B5EF4-FFF2-40B4-BE49-F238E27FC236}">
                  <a16:creationId xmlns:a16="http://schemas.microsoft.com/office/drawing/2014/main" id="{6758EE8B-02A6-BDDB-A1D8-DBBD55FCD2FB}"/>
                </a:ext>
              </a:extLst>
            </p:cNvPr>
            <p:cNvSpPr/>
            <p:nvPr/>
          </p:nvSpPr>
          <p:spPr>
            <a:xfrm>
              <a:off x="6738769" y="6912418"/>
              <a:ext cx="990600" cy="771922"/>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1040" name="Rectangle 1039">
              <a:extLst>
                <a:ext uri="{FF2B5EF4-FFF2-40B4-BE49-F238E27FC236}">
                  <a16:creationId xmlns:a16="http://schemas.microsoft.com/office/drawing/2014/main" id="{6845280E-129E-A3A2-1662-DC7378FAE48D}"/>
                </a:ext>
              </a:extLst>
            </p:cNvPr>
            <p:cNvSpPr/>
            <p:nvPr/>
          </p:nvSpPr>
          <p:spPr>
            <a:xfrm>
              <a:off x="7729368" y="6915132"/>
              <a:ext cx="2374635" cy="771922"/>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1041" name="Rectangle: Rounded Corners 1040">
              <a:extLst>
                <a:ext uri="{FF2B5EF4-FFF2-40B4-BE49-F238E27FC236}">
                  <a16:creationId xmlns:a16="http://schemas.microsoft.com/office/drawing/2014/main" id="{2648C268-53C4-4CD3-2E41-08F915849A10}"/>
                </a:ext>
              </a:extLst>
            </p:cNvPr>
            <p:cNvSpPr/>
            <p:nvPr/>
          </p:nvSpPr>
          <p:spPr>
            <a:xfrm>
              <a:off x="7798152" y="7498508"/>
              <a:ext cx="47821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domain</a:t>
              </a:r>
              <a:endParaRPr lang="en-RW" sz="700" dirty="0">
                <a:solidFill>
                  <a:schemeClr val="tx1">
                    <a:lumMod val="75000"/>
                    <a:lumOff val="25000"/>
                  </a:schemeClr>
                </a:solidFill>
                <a:latin typeface="Helvetica Neue" panose="02000506040000020004" pitchFamily="2" charset="0"/>
              </a:endParaRPr>
            </a:p>
          </p:txBody>
        </p:sp>
        <p:sp>
          <p:nvSpPr>
            <p:cNvPr id="1042" name="Rectangle: Rounded Corners 1041">
              <a:extLst>
                <a:ext uri="{FF2B5EF4-FFF2-40B4-BE49-F238E27FC236}">
                  <a16:creationId xmlns:a16="http://schemas.microsoft.com/office/drawing/2014/main" id="{8D0CDEE6-236D-C22A-147C-8A8B060F693F}"/>
                </a:ext>
              </a:extLst>
            </p:cNvPr>
            <p:cNvSpPr/>
            <p:nvPr/>
          </p:nvSpPr>
          <p:spPr>
            <a:xfrm>
              <a:off x="8295413" y="7498508"/>
              <a:ext cx="592931"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lumMod val="75000"/>
                      <a:lumOff val="25000"/>
                    </a:schemeClr>
                  </a:solidFill>
                  <a:latin typeface="Helvetica Neue" panose="02000506040000020004" pitchFamily="2" charset="0"/>
                </a:rPr>
                <a:t>subdomain</a:t>
              </a:r>
              <a:endParaRPr lang="en-RW" sz="700" dirty="0">
                <a:solidFill>
                  <a:schemeClr val="tx1">
                    <a:lumMod val="75000"/>
                    <a:lumOff val="25000"/>
                  </a:schemeClr>
                </a:solidFill>
                <a:latin typeface="Helvetica Neue" panose="02000506040000020004" pitchFamily="2" charset="0"/>
              </a:endParaRPr>
            </a:p>
          </p:txBody>
        </p:sp>
        <p:sp>
          <p:nvSpPr>
            <p:cNvPr id="1043" name="Rectangle: Rounded Corners 1042">
              <a:extLst>
                <a:ext uri="{FF2B5EF4-FFF2-40B4-BE49-F238E27FC236}">
                  <a16:creationId xmlns:a16="http://schemas.microsoft.com/office/drawing/2014/main" id="{3DCB8494-CBF3-6433-60EE-F6FC2C55AD24}"/>
                </a:ext>
              </a:extLst>
            </p:cNvPr>
            <p:cNvSpPr/>
            <p:nvPr/>
          </p:nvSpPr>
          <p:spPr>
            <a:xfrm>
              <a:off x="7798152" y="6954341"/>
              <a:ext cx="2146038" cy="514214"/>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dirty="0">
                  <a:solidFill>
                    <a:schemeClr val="tx1">
                      <a:lumMod val="75000"/>
                      <a:lumOff val="25000"/>
                    </a:schemeClr>
                  </a:solidFill>
                  <a:latin typeface="Helvetica Neue" panose="02000506040000020004" pitchFamily="2" charset="0"/>
                </a:rPr>
                <a:t>Lorem ipsum dolor sit </a:t>
              </a:r>
              <a:r>
                <a:rPr lang="en-US" sz="700" dirty="0" err="1">
                  <a:solidFill>
                    <a:schemeClr val="tx1">
                      <a:lumMod val="75000"/>
                      <a:lumOff val="25000"/>
                    </a:schemeClr>
                  </a:solidFill>
                  <a:latin typeface="Helvetica Neue" panose="02000506040000020004" pitchFamily="2" charset="0"/>
                </a:rPr>
                <a:t>amet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consectetur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adipiscing</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elit</a:t>
              </a:r>
              <a:r>
                <a:rPr lang="en-US" sz="700" dirty="0">
                  <a:solidFill>
                    <a:schemeClr val="tx1">
                      <a:lumMod val="75000"/>
                      <a:lumOff val="25000"/>
                    </a:schemeClr>
                  </a:solidFill>
                  <a:latin typeface="Helvetica Neue" panose="02000506040000020004" pitchFamily="2" charset="0"/>
                </a:rPr>
                <a:t>, sed do </a:t>
              </a:r>
              <a:r>
                <a:rPr lang="en-US" sz="700" dirty="0" err="1">
                  <a:solidFill>
                    <a:schemeClr val="tx1">
                      <a:lumMod val="75000"/>
                      <a:lumOff val="25000"/>
                    </a:schemeClr>
                  </a:solidFill>
                  <a:latin typeface="Helvetica Neue" panose="02000506040000020004" pitchFamily="2" charset="0"/>
                </a:rPr>
                <a:t>eiusmod</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tempor</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incididunt</a:t>
              </a:r>
              <a:r>
                <a:rPr lang="en-US" sz="700" dirty="0">
                  <a:solidFill>
                    <a:schemeClr val="tx1">
                      <a:lumMod val="75000"/>
                      <a:lumOff val="25000"/>
                    </a:schemeClr>
                  </a:solidFill>
                  <a:latin typeface="Helvetica Neue" panose="02000506040000020004" pitchFamily="2" charset="0"/>
                </a:rPr>
                <a:t> </a:t>
              </a:r>
              <a:r>
                <a:rPr lang="en-US" sz="700" dirty="0" err="1">
                  <a:solidFill>
                    <a:schemeClr val="tx1">
                      <a:lumMod val="75000"/>
                      <a:lumOff val="25000"/>
                    </a:schemeClr>
                  </a:solidFill>
                  <a:latin typeface="Helvetica Neue" panose="02000506040000020004" pitchFamily="2" charset="0"/>
                </a:rPr>
                <a:t>ut</a:t>
              </a:r>
              <a:r>
                <a:rPr lang="en-US" sz="700" dirty="0">
                  <a:solidFill>
                    <a:schemeClr val="tx1">
                      <a:lumMod val="75000"/>
                      <a:lumOff val="25000"/>
                    </a:schemeClr>
                  </a:solidFill>
                  <a:latin typeface="Helvetica Neue" panose="02000506040000020004" pitchFamily="2" charset="0"/>
                </a:rPr>
                <a:t> labore et dolore magna </a:t>
              </a:r>
              <a:r>
                <a:rPr lang="en-US" sz="700" dirty="0" err="1">
                  <a:solidFill>
                    <a:schemeClr val="tx1">
                      <a:lumMod val="75000"/>
                      <a:lumOff val="25000"/>
                    </a:schemeClr>
                  </a:solidFill>
                  <a:latin typeface="Helvetica Neue" panose="02000506040000020004" pitchFamily="2" charset="0"/>
                </a:rPr>
                <a:t>aliqua</a:t>
              </a:r>
              <a:r>
                <a:rPr lang="en-US" sz="700" dirty="0">
                  <a:solidFill>
                    <a:schemeClr val="tx1">
                      <a:lumMod val="75000"/>
                      <a:lumOff val="25000"/>
                    </a:schemeClr>
                  </a:solidFill>
                  <a:latin typeface="Helvetica Neue" panose="02000506040000020004" pitchFamily="2" charset="0"/>
                </a:rPr>
                <a:t>.</a:t>
              </a:r>
              <a:endParaRPr lang="en-RW" sz="700" dirty="0">
                <a:latin typeface="Helvetica 45 Light" panose="020B0500000000000000" pitchFamily="34" charset="0"/>
              </a:endParaRPr>
            </a:p>
          </p:txBody>
        </p:sp>
        <p:pic>
          <p:nvPicPr>
            <p:cNvPr id="1044" name="Picture 4" descr="Image, photo, picture, placeholder icon - Download on Iconfinder">
              <a:extLst>
                <a:ext uri="{FF2B5EF4-FFF2-40B4-BE49-F238E27FC236}">
                  <a16:creationId xmlns:a16="http://schemas.microsoft.com/office/drawing/2014/main" id="{9FCF326B-A6D6-7F6C-45D1-3B93D3CC44D0}"/>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3099" t="16854" r="1414" b="15656"/>
            <a:stretch/>
          </p:blipFill>
          <p:spPr bwMode="auto">
            <a:xfrm>
              <a:off x="6753919" y="6983842"/>
              <a:ext cx="1028362" cy="703212"/>
            </a:xfrm>
            <a:prstGeom prst="rect">
              <a:avLst/>
            </a:prstGeom>
            <a:noFill/>
            <a:extLst>
              <a:ext uri="{909E8E84-426E-40DD-AFC4-6F175D3DCCD1}">
                <a14:hiddenFill xmlns:a14="http://schemas.microsoft.com/office/drawing/2010/main">
                  <a:solidFill>
                    <a:srgbClr val="FFFFFF"/>
                  </a:solidFill>
                </a14:hiddenFill>
              </a:ext>
            </a:extLst>
          </p:spPr>
        </p:pic>
        <p:sp>
          <p:nvSpPr>
            <p:cNvPr id="1045" name="Rectangle: Rounded Corners 1044">
              <a:extLst>
                <a:ext uri="{FF2B5EF4-FFF2-40B4-BE49-F238E27FC236}">
                  <a16:creationId xmlns:a16="http://schemas.microsoft.com/office/drawing/2014/main" id="{2AE82D70-1F23-7AB2-F7A8-BC8B32DDCB80}"/>
                </a:ext>
              </a:extLst>
            </p:cNvPr>
            <p:cNvSpPr/>
            <p:nvPr/>
          </p:nvSpPr>
          <p:spPr>
            <a:xfrm>
              <a:off x="8906252" y="7500424"/>
              <a:ext cx="1039354" cy="136422"/>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err="1">
                  <a:solidFill>
                    <a:schemeClr val="tx1">
                      <a:lumMod val="75000"/>
                      <a:lumOff val="25000"/>
                    </a:schemeClr>
                  </a:solidFill>
                  <a:latin typeface="Helvetica Neue" panose="02000506040000020004" pitchFamily="2" charset="0"/>
                </a:rPr>
                <a:t>application_area</a:t>
              </a:r>
              <a:endParaRPr lang="en-RW" sz="700" dirty="0">
                <a:solidFill>
                  <a:schemeClr val="tx1">
                    <a:lumMod val="75000"/>
                    <a:lumOff val="25000"/>
                  </a:schemeClr>
                </a:solidFill>
                <a:latin typeface="Helvetica Neue" panose="02000506040000020004" pitchFamily="2" charset="0"/>
              </a:endParaRPr>
            </a:p>
          </p:txBody>
        </p:sp>
      </p:grpSp>
      <p:sp>
        <p:nvSpPr>
          <p:cNvPr id="1047" name="Rectangle: Rounded Corners 1046">
            <a:extLst>
              <a:ext uri="{FF2B5EF4-FFF2-40B4-BE49-F238E27FC236}">
                <a16:creationId xmlns:a16="http://schemas.microsoft.com/office/drawing/2014/main" id="{13EDFEDC-C46E-7D04-2C86-F5DDF51AB520}"/>
              </a:ext>
            </a:extLst>
          </p:cNvPr>
          <p:cNvSpPr/>
          <p:nvPr/>
        </p:nvSpPr>
        <p:spPr>
          <a:xfrm>
            <a:off x="3683000" y="7834785"/>
            <a:ext cx="2451100" cy="28602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lumMod val="75000"/>
                    <a:lumOff val="25000"/>
                  </a:schemeClr>
                </a:solidFill>
                <a:latin typeface="HelveticaNeue MediumCond" panose="020B0506000000000000" pitchFamily="34" charset="0"/>
              </a:rPr>
              <a:t>PERSONAL</a:t>
            </a:r>
            <a:r>
              <a:rPr lang="en-US" sz="1000" b="1" dirty="0">
                <a:solidFill>
                  <a:schemeClr val="tx1">
                    <a:lumMod val="65000"/>
                    <a:lumOff val="35000"/>
                  </a:schemeClr>
                </a:solidFill>
                <a:latin typeface="Helvetica 45 Light" panose="020B0500000000000000" pitchFamily="34" charset="0"/>
              </a:rPr>
              <a:t> </a:t>
            </a:r>
            <a:r>
              <a:rPr lang="en-US" sz="1400" b="1" dirty="0">
                <a:solidFill>
                  <a:schemeClr val="tx1">
                    <a:lumMod val="75000"/>
                    <a:lumOff val="25000"/>
                  </a:schemeClr>
                </a:solidFill>
                <a:latin typeface="HelveticaNeue MediumCond" panose="020B0506000000000000" pitchFamily="34" charset="0"/>
              </a:rPr>
              <a:t>KNOWLEDGE</a:t>
            </a:r>
            <a:r>
              <a:rPr lang="en-US" sz="1000" b="1" dirty="0">
                <a:solidFill>
                  <a:schemeClr val="tx1">
                    <a:lumMod val="65000"/>
                    <a:lumOff val="35000"/>
                  </a:schemeClr>
                </a:solidFill>
                <a:latin typeface="Helvetica 45 Light" panose="020B0500000000000000" pitchFamily="34" charset="0"/>
              </a:rPr>
              <a:t> </a:t>
            </a:r>
            <a:r>
              <a:rPr lang="en-US" sz="1400" b="1" dirty="0">
                <a:solidFill>
                  <a:schemeClr val="tx1">
                    <a:lumMod val="75000"/>
                    <a:lumOff val="25000"/>
                  </a:schemeClr>
                </a:solidFill>
                <a:latin typeface="HelveticaNeue MediumCond" panose="020B0506000000000000" pitchFamily="34" charset="0"/>
              </a:rPr>
              <a:t>BASE</a:t>
            </a:r>
            <a:endParaRPr lang="en-RW" sz="1400" b="1" dirty="0">
              <a:solidFill>
                <a:schemeClr val="tx1">
                  <a:lumMod val="75000"/>
                  <a:lumOff val="25000"/>
                </a:schemeClr>
              </a:solidFill>
              <a:latin typeface="HelveticaNeue MediumCond" panose="020B0506000000000000" pitchFamily="34" charset="0"/>
            </a:endParaRPr>
          </a:p>
        </p:txBody>
      </p:sp>
    </p:spTree>
    <p:extLst>
      <p:ext uri="{BB962C8B-B14F-4D97-AF65-F5344CB8AC3E}">
        <p14:creationId xmlns:p14="http://schemas.microsoft.com/office/powerpoint/2010/main" val="1326764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F1F8492-9D37-0521-CE33-6AA7793B61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313CD5-EA57-5A05-FDAB-168449E675E5}"/>
              </a:ext>
            </a:extLst>
          </p:cNvPr>
          <p:cNvSpPr/>
          <p:nvPr/>
        </p:nvSpPr>
        <p:spPr>
          <a:xfrm>
            <a:off x="502480" y="255018"/>
            <a:ext cx="11520000" cy="9351437"/>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lang="en-RW" dirty="0">
              <a:latin typeface="Helvetica 45 Light" panose="020B0500000000000000" pitchFamily="34" charset="0"/>
            </a:endParaRPr>
          </a:p>
        </p:txBody>
      </p:sp>
      <p:sp>
        <p:nvSpPr>
          <p:cNvPr id="47" name="Rectangle 46">
            <a:extLst>
              <a:ext uri="{FF2B5EF4-FFF2-40B4-BE49-F238E27FC236}">
                <a16:creationId xmlns:a16="http://schemas.microsoft.com/office/drawing/2014/main" id="{60601EDA-2C9F-7801-C8D6-25FE4E7C1FAC}"/>
              </a:ext>
            </a:extLst>
          </p:cNvPr>
          <p:cNvSpPr/>
          <p:nvPr/>
        </p:nvSpPr>
        <p:spPr>
          <a:xfrm>
            <a:off x="752701" y="405883"/>
            <a:ext cx="10988984" cy="9036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lang="en-RW" dirty="0">
              <a:latin typeface="Helvetica 45 Light" panose="020B0500000000000000" pitchFamily="34" charset="0"/>
            </a:endParaRPr>
          </a:p>
        </p:txBody>
      </p:sp>
      <p:sp>
        <p:nvSpPr>
          <p:cNvPr id="5" name="Rectangle 4">
            <a:extLst>
              <a:ext uri="{FF2B5EF4-FFF2-40B4-BE49-F238E27FC236}">
                <a16:creationId xmlns:a16="http://schemas.microsoft.com/office/drawing/2014/main" id="{2EB8500B-B548-9462-B1A7-EF4EF824031F}"/>
              </a:ext>
            </a:extLst>
          </p:cNvPr>
          <p:cNvSpPr/>
          <p:nvPr/>
        </p:nvSpPr>
        <p:spPr>
          <a:xfrm rot="16200000">
            <a:off x="-2760122" y="6343853"/>
            <a:ext cx="6022726" cy="5024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en-US" sz="2400" dirty="0">
                <a:solidFill>
                  <a:srgbClr val="0070C0"/>
                </a:solidFill>
                <a:latin typeface="Helvetica 45 Light" panose="020B0500000000000000" pitchFamily="34" charset="0"/>
              </a:rPr>
              <a:t>home page</a:t>
            </a:r>
            <a:endParaRPr lang="en-RW" sz="2400" dirty="0">
              <a:solidFill>
                <a:srgbClr val="0070C0"/>
              </a:solidFill>
              <a:latin typeface="Helvetica 45 Light" panose="020B0500000000000000" pitchFamily="34" charset="0"/>
            </a:endParaRPr>
          </a:p>
        </p:txBody>
      </p:sp>
      <p:sp>
        <p:nvSpPr>
          <p:cNvPr id="6" name="Rectangle 5">
            <a:extLst>
              <a:ext uri="{FF2B5EF4-FFF2-40B4-BE49-F238E27FC236}">
                <a16:creationId xmlns:a16="http://schemas.microsoft.com/office/drawing/2014/main" id="{6926E874-4BC0-0DE0-A475-2C158A8B67B9}"/>
              </a:ext>
            </a:extLst>
          </p:cNvPr>
          <p:cNvSpPr/>
          <p:nvPr/>
        </p:nvSpPr>
        <p:spPr>
          <a:xfrm>
            <a:off x="746275" y="405884"/>
            <a:ext cx="10988984" cy="52598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RW" dirty="0">
              <a:solidFill>
                <a:schemeClr val="tx1">
                  <a:lumMod val="65000"/>
                  <a:lumOff val="35000"/>
                </a:schemeClr>
              </a:solidFill>
              <a:latin typeface="Helvetica 45 Light" panose="020B0500000000000000" pitchFamily="34" charset="0"/>
            </a:endParaRPr>
          </a:p>
        </p:txBody>
      </p:sp>
      <p:sp>
        <p:nvSpPr>
          <p:cNvPr id="9" name="Rectangle 8">
            <a:extLst>
              <a:ext uri="{FF2B5EF4-FFF2-40B4-BE49-F238E27FC236}">
                <a16:creationId xmlns:a16="http://schemas.microsoft.com/office/drawing/2014/main" id="{414DF7CB-C877-530B-423E-5B4F370EBC38}"/>
              </a:ext>
            </a:extLst>
          </p:cNvPr>
          <p:cNvSpPr/>
          <p:nvPr/>
        </p:nvSpPr>
        <p:spPr>
          <a:xfrm>
            <a:off x="746276" y="979689"/>
            <a:ext cx="8389876" cy="63476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65000"/>
                    <a:lumOff val="35000"/>
                  </a:schemeClr>
                </a:solidFill>
                <a:latin typeface="Helvetica 45 Light" panose="020B0500000000000000" pitchFamily="34" charset="0"/>
              </a:rPr>
              <a:t>Quarto content as is </a:t>
            </a:r>
          </a:p>
        </p:txBody>
      </p:sp>
      <p:sp>
        <p:nvSpPr>
          <p:cNvPr id="14" name="Rectangle 13">
            <a:extLst>
              <a:ext uri="{FF2B5EF4-FFF2-40B4-BE49-F238E27FC236}">
                <a16:creationId xmlns:a16="http://schemas.microsoft.com/office/drawing/2014/main" id="{804E1863-4A76-00A9-5512-9E60DBEFF0D0}"/>
              </a:ext>
            </a:extLst>
          </p:cNvPr>
          <p:cNvSpPr/>
          <p:nvPr/>
        </p:nvSpPr>
        <p:spPr>
          <a:xfrm>
            <a:off x="746275" y="7375168"/>
            <a:ext cx="10981544" cy="206701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en-US" dirty="0">
                <a:solidFill>
                  <a:schemeClr val="tx1">
                    <a:lumMod val="65000"/>
                    <a:lumOff val="35000"/>
                  </a:schemeClr>
                </a:solidFill>
                <a:latin typeface="Helvetica 45 Light" panose="020B0500000000000000" pitchFamily="34" charset="0"/>
              </a:rPr>
              <a:t>Footer</a:t>
            </a:r>
          </a:p>
        </p:txBody>
      </p:sp>
      <p:sp>
        <p:nvSpPr>
          <p:cNvPr id="40" name="Rectangle: Rounded Corners 39">
            <a:extLst>
              <a:ext uri="{FF2B5EF4-FFF2-40B4-BE49-F238E27FC236}">
                <a16:creationId xmlns:a16="http://schemas.microsoft.com/office/drawing/2014/main" id="{2771BA0C-C599-1D88-A2AB-6CDAB5A9BABB}"/>
              </a:ext>
            </a:extLst>
          </p:cNvPr>
          <p:cNvSpPr/>
          <p:nvPr/>
        </p:nvSpPr>
        <p:spPr>
          <a:xfrm>
            <a:off x="884767" y="443621"/>
            <a:ext cx="1932093" cy="41656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600" dirty="0">
                <a:solidFill>
                  <a:schemeClr val="bg1">
                    <a:lumMod val="50000"/>
                  </a:schemeClr>
                </a:solidFill>
                <a:latin typeface="Helvetica 45 Light" panose="020B0500000000000000" pitchFamily="34" charset="0"/>
              </a:rPr>
              <a:t>class: longform_name, content: longform_name</a:t>
            </a:r>
            <a:endParaRPr lang="en-US" sz="1400" b="1" dirty="0">
              <a:solidFill>
                <a:schemeClr val="tx1">
                  <a:lumMod val="75000"/>
                  <a:lumOff val="25000"/>
                </a:schemeClr>
              </a:solidFill>
              <a:latin typeface="Helvetica 45 Light" panose="020B0500000000000000" pitchFamily="34" charset="0"/>
            </a:endParaRPr>
          </a:p>
          <a:p>
            <a:r>
              <a:rPr lang="en-US" sz="1400" b="1" dirty="0">
                <a:solidFill>
                  <a:schemeClr val="tx1">
                    <a:lumMod val="75000"/>
                    <a:lumOff val="25000"/>
                  </a:schemeClr>
                </a:solidFill>
                <a:latin typeface="HelveticaNeue MediumCond" panose="020B0506000000000000" pitchFamily="34" charset="0"/>
              </a:rPr>
              <a:t>SANDRA A. HULUKA</a:t>
            </a:r>
            <a:endParaRPr lang="en-RW" sz="1400" b="1" dirty="0">
              <a:solidFill>
                <a:schemeClr val="tx1">
                  <a:lumMod val="75000"/>
                  <a:lumOff val="25000"/>
                </a:schemeClr>
              </a:solidFill>
              <a:latin typeface="HelveticaNeue MediumCond" panose="020B0506000000000000" pitchFamily="34" charset="0"/>
            </a:endParaRPr>
          </a:p>
        </p:txBody>
      </p:sp>
      <p:sp>
        <p:nvSpPr>
          <p:cNvPr id="41" name="Rectangle: Rounded Corners 40">
            <a:extLst>
              <a:ext uri="{FF2B5EF4-FFF2-40B4-BE49-F238E27FC236}">
                <a16:creationId xmlns:a16="http://schemas.microsoft.com/office/drawing/2014/main" id="{494BDA96-B506-C29F-4CA7-B70CC63743BF}"/>
              </a:ext>
            </a:extLst>
          </p:cNvPr>
          <p:cNvSpPr/>
          <p:nvPr/>
        </p:nvSpPr>
        <p:spPr>
          <a:xfrm>
            <a:off x="3265294" y="405884"/>
            <a:ext cx="5957227" cy="52598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dirty="0">
                <a:solidFill>
                  <a:schemeClr val="bg1">
                    <a:lumMod val="50000"/>
                  </a:schemeClr>
                </a:solidFill>
                <a:latin typeface="Helvetica 45 Light" panose="020B0500000000000000" pitchFamily="34" charset="0"/>
              </a:rPr>
              <a:t>class: main_navigation, content: main_navigation</a:t>
            </a:r>
          </a:p>
          <a:p>
            <a:endParaRPr lang="en-US" sz="400" dirty="0">
              <a:solidFill>
                <a:schemeClr val="tx1">
                  <a:lumMod val="50000"/>
                  <a:lumOff val="50000"/>
                </a:schemeClr>
              </a:solidFill>
              <a:latin typeface="Helvetica 45 Light" panose="020B0500000000000000" pitchFamily="34" charset="0"/>
            </a:endParaRPr>
          </a:p>
          <a:p>
            <a:pPr algn="ctr"/>
            <a:r>
              <a:rPr lang="en-US" sz="900" dirty="0">
                <a:solidFill>
                  <a:schemeClr val="tx1">
                    <a:lumMod val="75000"/>
                    <a:lumOff val="25000"/>
                  </a:schemeClr>
                </a:solidFill>
                <a:latin typeface="HelveticaNeue MediumCond" panose="020B0506000000000000" pitchFamily="34" charset="0"/>
              </a:rPr>
              <a:t>HOME          PROJECTS          BLOGS           RESUME           RESOURCES          P. KNOWLEDGE BASE</a:t>
            </a:r>
            <a:endParaRPr lang="en-RW" sz="900" dirty="0">
              <a:solidFill>
                <a:schemeClr val="tx1">
                  <a:lumMod val="75000"/>
                  <a:lumOff val="25000"/>
                </a:schemeClr>
              </a:solidFill>
              <a:latin typeface="HelveticaNeue MediumCond" panose="020B0506000000000000" pitchFamily="34" charset="0"/>
            </a:endParaRPr>
          </a:p>
        </p:txBody>
      </p:sp>
      <p:grpSp>
        <p:nvGrpSpPr>
          <p:cNvPr id="92" name="Group 91">
            <a:extLst>
              <a:ext uri="{FF2B5EF4-FFF2-40B4-BE49-F238E27FC236}">
                <a16:creationId xmlns:a16="http://schemas.microsoft.com/office/drawing/2014/main" id="{8135AAA9-FB79-F671-4C22-090C229C4C33}"/>
              </a:ext>
            </a:extLst>
          </p:cNvPr>
          <p:cNvGrpSpPr/>
          <p:nvPr/>
        </p:nvGrpSpPr>
        <p:grpSpPr>
          <a:xfrm>
            <a:off x="9915524" y="617845"/>
            <a:ext cx="1620427" cy="238693"/>
            <a:chOff x="9421828" y="492937"/>
            <a:chExt cx="2114124" cy="363602"/>
          </a:xfrm>
        </p:grpSpPr>
        <p:sp>
          <p:nvSpPr>
            <p:cNvPr id="42" name="Rectangle: Rounded Corners 41">
              <a:extLst>
                <a:ext uri="{FF2B5EF4-FFF2-40B4-BE49-F238E27FC236}">
                  <a16:creationId xmlns:a16="http://schemas.microsoft.com/office/drawing/2014/main" id="{4DA5C7B4-7FE8-1A66-9AA3-3FC1AAF2436D}"/>
                </a:ext>
              </a:extLst>
            </p:cNvPr>
            <p:cNvSpPr/>
            <p:nvPr/>
          </p:nvSpPr>
          <p:spPr>
            <a:xfrm>
              <a:off x="11175952" y="496539"/>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3" name="Rectangle: Rounded Corners 42">
              <a:extLst>
                <a:ext uri="{FF2B5EF4-FFF2-40B4-BE49-F238E27FC236}">
                  <a16:creationId xmlns:a16="http://schemas.microsoft.com/office/drawing/2014/main" id="{E6FC4999-24D0-93FC-9312-F96695B63842}"/>
                </a:ext>
              </a:extLst>
            </p:cNvPr>
            <p:cNvSpPr/>
            <p:nvPr/>
          </p:nvSpPr>
          <p:spPr>
            <a:xfrm>
              <a:off x="10591244" y="496539"/>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4" name="Rectangle: Rounded Corners 43">
              <a:extLst>
                <a:ext uri="{FF2B5EF4-FFF2-40B4-BE49-F238E27FC236}">
                  <a16:creationId xmlns:a16="http://schemas.microsoft.com/office/drawing/2014/main" id="{601089D5-C06C-CB54-DB06-16ADBBC74350}"/>
                </a:ext>
              </a:extLst>
            </p:cNvPr>
            <p:cNvSpPr/>
            <p:nvPr/>
          </p:nvSpPr>
          <p:spPr>
            <a:xfrm>
              <a:off x="10006536" y="492937"/>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5" name="Rectangle: Rounded Corners 44">
              <a:extLst>
                <a:ext uri="{FF2B5EF4-FFF2-40B4-BE49-F238E27FC236}">
                  <a16:creationId xmlns:a16="http://schemas.microsoft.com/office/drawing/2014/main" id="{BC6C96AD-B834-D8DE-DF34-592244E814C8}"/>
                </a:ext>
              </a:extLst>
            </p:cNvPr>
            <p:cNvSpPr/>
            <p:nvPr/>
          </p:nvSpPr>
          <p:spPr>
            <a:xfrm>
              <a:off x="9421828" y="495961"/>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sp>
        <p:nvSpPr>
          <p:cNvPr id="93" name="Rectangle 92">
            <a:extLst>
              <a:ext uri="{FF2B5EF4-FFF2-40B4-BE49-F238E27FC236}">
                <a16:creationId xmlns:a16="http://schemas.microsoft.com/office/drawing/2014/main" id="{3C5C40C5-4115-9EFF-76DB-C4BBACAADC85}"/>
              </a:ext>
            </a:extLst>
          </p:cNvPr>
          <p:cNvSpPr/>
          <p:nvPr/>
        </p:nvSpPr>
        <p:spPr>
          <a:xfrm>
            <a:off x="9613900" y="405883"/>
            <a:ext cx="2197100" cy="236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social_media, contact, content: social_media, url, img </a:t>
            </a:r>
            <a:endParaRPr lang="en-RW" sz="600" dirty="0">
              <a:solidFill>
                <a:schemeClr val="bg1">
                  <a:lumMod val="50000"/>
                </a:schemeClr>
              </a:solidFill>
              <a:latin typeface="Helvetica 45 Light" panose="020B0500000000000000" pitchFamily="34" charset="0"/>
            </a:endParaRPr>
          </a:p>
        </p:txBody>
      </p:sp>
      <p:sp>
        <p:nvSpPr>
          <p:cNvPr id="2" name="Rectangle 1">
            <a:extLst>
              <a:ext uri="{FF2B5EF4-FFF2-40B4-BE49-F238E27FC236}">
                <a16:creationId xmlns:a16="http://schemas.microsoft.com/office/drawing/2014/main" id="{85BA24A9-C7E6-9ABF-FD2C-A6F4E6CC0FA1}"/>
              </a:ext>
            </a:extLst>
          </p:cNvPr>
          <p:cNvSpPr/>
          <p:nvPr/>
        </p:nvSpPr>
        <p:spPr>
          <a:xfrm>
            <a:off x="9205467" y="928892"/>
            <a:ext cx="2522351" cy="639845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en-US" dirty="0">
                <a:solidFill>
                  <a:schemeClr val="tx1">
                    <a:lumMod val="65000"/>
                    <a:lumOff val="35000"/>
                  </a:schemeClr>
                </a:solidFill>
                <a:latin typeface="Helvetica 45 Light" panose="020B0500000000000000" pitchFamily="34" charset="0"/>
              </a:rPr>
              <a:t>No scroll</a:t>
            </a: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Last Updated:</a:t>
            </a: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Domain:</a:t>
            </a: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Related projects</a:t>
            </a: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Related blogs</a:t>
            </a: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Related Resources</a:t>
            </a:r>
          </a:p>
        </p:txBody>
      </p:sp>
      <p:grpSp>
        <p:nvGrpSpPr>
          <p:cNvPr id="21" name="Group 20">
            <a:extLst>
              <a:ext uri="{FF2B5EF4-FFF2-40B4-BE49-F238E27FC236}">
                <a16:creationId xmlns:a16="http://schemas.microsoft.com/office/drawing/2014/main" id="{4437A3CC-D33F-9010-5CEF-1E1318A82C2E}"/>
              </a:ext>
            </a:extLst>
          </p:cNvPr>
          <p:cNvGrpSpPr/>
          <p:nvPr/>
        </p:nvGrpSpPr>
        <p:grpSpPr>
          <a:xfrm>
            <a:off x="9915524" y="630545"/>
            <a:ext cx="1620427" cy="238693"/>
            <a:chOff x="9421828" y="492937"/>
            <a:chExt cx="2114124" cy="363602"/>
          </a:xfrm>
          <a:solidFill>
            <a:schemeClr val="bg1">
              <a:lumMod val="65000"/>
            </a:schemeClr>
          </a:solidFill>
        </p:grpSpPr>
        <p:sp>
          <p:nvSpPr>
            <p:cNvPr id="22" name="Rectangle: Rounded Corners 21">
              <a:extLst>
                <a:ext uri="{FF2B5EF4-FFF2-40B4-BE49-F238E27FC236}">
                  <a16:creationId xmlns:a16="http://schemas.microsoft.com/office/drawing/2014/main" id="{F95309D4-E3F2-A9C8-ECE4-8FE13448584B}"/>
                </a:ext>
              </a:extLst>
            </p:cNvPr>
            <p:cNvSpPr/>
            <p:nvPr/>
          </p:nvSpPr>
          <p:spPr>
            <a:xfrm>
              <a:off x="11175952" y="496539"/>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3" name="Rectangle: Rounded Corners 22">
              <a:extLst>
                <a:ext uri="{FF2B5EF4-FFF2-40B4-BE49-F238E27FC236}">
                  <a16:creationId xmlns:a16="http://schemas.microsoft.com/office/drawing/2014/main" id="{6ABF7F6B-90AD-A643-FF9E-EDEB8E7A9D07}"/>
                </a:ext>
              </a:extLst>
            </p:cNvPr>
            <p:cNvSpPr/>
            <p:nvPr/>
          </p:nvSpPr>
          <p:spPr>
            <a:xfrm>
              <a:off x="10591244" y="496539"/>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4" name="Rectangle: Rounded Corners 23">
              <a:extLst>
                <a:ext uri="{FF2B5EF4-FFF2-40B4-BE49-F238E27FC236}">
                  <a16:creationId xmlns:a16="http://schemas.microsoft.com/office/drawing/2014/main" id="{CEFB8D30-24C6-EBAE-A920-68F7940AAE6B}"/>
                </a:ext>
              </a:extLst>
            </p:cNvPr>
            <p:cNvSpPr/>
            <p:nvPr/>
          </p:nvSpPr>
          <p:spPr>
            <a:xfrm>
              <a:off x="10006536" y="492937"/>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30" name="Rectangle: Rounded Corners 29">
              <a:extLst>
                <a:ext uri="{FF2B5EF4-FFF2-40B4-BE49-F238E27FC236}">
                  <a16:creationId xmlns:a16="http://schemas.microsoft.com/office/drawing/2014/main" id="{CE9AF1B9-B79F-792C-0ED3-327716214802}"/>
                </a:ext>
              </a:extLst>
            </p:cNvPr>
            <p:cNvSpPr/>
            <p:nvPr/>
          </p:nvSpPr>
          <p:spPr>
            <a:xfrm>
              <a:off x="9421828" y="495961"/>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sp>
        <p:nvSpPr>
          <p:cNvPr id="31" name="Rectangle 30">
            <a:extLst>
              <a:ext uri="{FF2B5EF4-FFF2-40B4-BE49-F238E27FC236}">
                <a16:creationId xmlns:a16="http://schemas.microsoft.com/office/drawing/2014/main" id="{7DA001E7-E913-ADFD-5C33-9CAFA3F1AEBD}"/>
              </a:ext>
            </a:extLst>
          </p:cNvPr>
          <p:cNvSpPr/>
          <p:nvPr/>
        </p:nvSpPr>
        <p:spPr>
          <a:xfrm>
            <a:off x="759997" y="979688"/>
            <a:ext cx="8462524" cy="110311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indent="177800"/>
            <a:r>
              <a:rPr lang="en-US" b="1" dirty="0">
                <a:solidFill>
                  <a:schemeClr val="tx1">
                    <a:lumMod val="75000"/>
                    <a:lumOff val="25000"/>
                  </a:schemeClr>
                </a:solidFill>
                <a:latin typeface="HelveticaNeue MediumCond" panose="020B0506000000000000" pitchFamily="34" charset="0"/>
              </a:rPr>
              <a:t>Blog Title</a:t>
            </a:r>
          </a:p>
          <a:p>
            <a:pPr indent="177800"/>
            <a:r>
              <a:rPr lang="en-US" sz="1400" dirty="0">
                <a:solidFill>
                  <a:schemeClr val="tx1">
                    <a:lumMod val="75000"/>
                    <a:lumOff val="25000"/>
                  </a:schemeClr>
                </a:solidFill>
                <a:latin typeface="HelveticaNeue MediumCond" panose="020B0506000000000000" pitchFamily="34" charset="0"/>
              </a:rPr>
              <a:t>Blog Subtitle</a:t>
            </a:r>
            <a:endParaRPr lang="en-RW" sz="1400" dirty="0">
              <a:solidFill>
                <a:schemeClr val="tx1">
                  <a:lumMod val="75000"/>
                  <a:lumOff val="25000"/>
                </a:schemeClr>
              </a:solidFill>
              <a:latin typeface="HelveticaNeue MediumCond" panose="020B0506000000000000" pitchFamily="34" charset="0"/>
            </a:endParaRPr>
          </a:p>
        </p:txBody>
      </p:sp>
    </p:spTree>
    <p:extLst>
      <p:ext uri="{BB962C8B-B14F-4D97-AF65-F5344CB8AC3E}">
        <p14:creationId xmlns:p14="http://schemas.microsoft.com/office/powerpoint/2010/main" val="7910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FA9AE4F1-FA0D-8FFC-72DE-17C7940C04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A3BF74-A947-98BF-550C-12AD250E0B35}"/>
              </a:ext>
            </a:extLst>
          </p:cNvPr>
          <p:cNvSpPr/>
          <p:nvPr/>
        </p:nvSpPr>
        <p:spPr>
          <a:xfrm>
            <a:off x="502480" y="255018"/>
            <a:ext cx="11520000" cy="9351437"/>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lang="en-RW" dirty="0">
              <a:latin typeface="Helvetica 45 Light" panose="020B0500000000000000" pitchFamily="34" charset="0"/>
            </a:endParaRPr>
          </a:p>
        </p:txBody>
      </p:sp>
      <p:sp>
        <p:nvSpPr>
          <p:cNvPr id="47" name="Rectangle 46">
            <a:extLst>
              <a:ext uri="{FF2B5EF4-FFF2-40B4-BE49-F238E27FC236}">
                <a16:creationId xmlns:a16="http://schemas.microsoft.com/office/drawing/2014/main" id="{2FE3C54B-0FC0-3515-6714-AE541C8654C1}"/>
              </a:ext>
            </a:extLst>
          </p:cNvPr>
          <p:cNvSpPr/>
          <p:nvPr/>
        </p:nvSpPr>
        <p:spPr>
          <a:xfrm>
            <a:off x="752701" y="405883"/>
            <a:ext cx="10988984" cy="90362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lang="en-RW" dirty="0">
              <a:latin typeface="Helvetica 45 Light" panose="020B0500000000000000" pitchFamily="34" charset="0"/>
            </a:endParaRPr>
          </a:p>
        </p:txBody>
      </p:sp>
      <p:sp>
        <p:nvSpPr>
          <p:cNvPr id="5" name="Rectangle 4">
            <a:extLst>
              <a:ext uri="{FF2B5EF4-FFF2-40B4-BE49-F238E27FC236}">
                <a16:creationId xmlns:a16="http://schemas.microsoft.com/office/drawing/2014/main" id="{5BE4CB47-DF8A-2E90-F915-F4DFFDC7F79C}"/>
              </a:ext>
            </a:extLst>
          </p:cNvPr>
          <p:cNvSpPr/>
          <p:nvPr/>
        </p:nvSpPr>
        <p:spPr>
          <a:xfrm rot="16200000">
            <a:off x="-2760122" y="6343853"/>
            <a:ext cx="6022726" cy="5024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en-US" sz="2400" dirty="0">
                <a:solidFill>
                  <a:srgbClr val="0070C0"/>
                </a:solidFill>
                <a:latin typeface="Helvetica 45 Light" panose="020B0500000000000000" pitchFamily="34" charset="0"/>
              </a:rPr>
              <a:t>home page</a:t>
            </a:r>
            <a:endParaRPr lang="en-RW" sz="2400" dirty="0">
              <a:solidFill>
                <a:srgbClr val="0070C0"/>
              </a:solidFill>
              <a:latin typeface="Helvetica 45 Light" panose="020B0500000000000000" pitchFamily="34" charset="0"/>
            </a:endParaRPr>
          </a:p>
        </p:txBody>
      </p:sp>
      <p:sp>
        <p:nvSpPr>
          <p:cNvPr id="6" name="Rectangle 5">
            <a:extLst>
              <a:ext uri="{FF2B5EF4-FFF2-40B4-BE49-F238E27FC236}">
                <a16:creationId xmlns:a16="http://schemas.microsoft.com/office/drawing/2014/main" id="{E0216E82-03E9-E828-D301-DC84E5F808D2}"/>
              </a:ext>
            </a:extLst>
          </p:cNvPr>
          <p:cNvSpPr/>
          <p:nvPr/>
        </p:nvSpPr>
        <p:spPr>
          <a:xfrm>
            <a:off x="746275" y="405884"/>
            <a:ext cx="10988984" cy="52598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endParaRPr lang="en-RW" dirty="0">
              <a:solidFill>
                <a:schemeClr val="tx1">
                  <a:lumMod val="65000"/>
                  <a:lumOff val="35000"/>
                </a:schemeClr>
              </a:solidFill>
              <a:latin typeface="Helvetica 45 Light" panose="020B0500000000000000" pitchFamily="34" charset="0"/>
            </a:endParaRPr>
          </a:p>
        </p:txBody>
      </p:sp>
      <p:sp>
        <p:nvSpPr>
          <p:cNvPr id="9" name="Rectangle 8">
            <a:extLst>
              <a:ext uri="{FF2B5EF4-FFF2-40B4-BE49-F238E27FC236}">
                <a16:creationId xmlns:a16="http://schemas.microsoft.com/office/drawing/2014/main" id="{BA216DF4-0035-0C3F-DF06-50B5D12264A0}"/>
              </a:ext>
            </a:extLst>
          </p:cNvPr>
          <p:cNvSpPr/>
          <p:nvPr/>
        </p:nvSpPr>
        <p:spPr>
          <a:xfrm>
            <a:off x="746276" y="979689"/>
            <a:ext cx="8389876" cy="634765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65000"/>
                    <a:lumOff val="35000"/>
                  </a:schemeClr>
                </a:solidFill>
                <a:latin typeface="Helvetica 45 Light" panose="020B0500000000000000" pitchFamily="34" charset="0"/>
              </a:rPr>
              <a:t>Quarto content as is </a:t>
            </a:r>
          </a:p>
        </p:txBody>
      </p:sp>
      <p:sp>
        <p:nvSpPr>
          <p:cNvPr id="14" name="Rectangle 13">
            <a:extLst>
              <a:ext uri="{FF2B5EF4-FFF2-40B4-BE49-F238E27FC236}">
                <a16:creationId xmlns:a16="http://schemas.microsoft.com/office/drawing/2014/main" id="{AB0A583C-C7A3-EC7A-D916-D9B429ACE3F5}"/>
              </a:ext>
            </a:extLst>
          </p:cNvPr>
          <p:cNvSpPr/>
          <p:nvPr/>
        </p:nvSpPr>
        <p:spPr>
          <a:xfrm>
            <a:off x="746275" y="7375168"/>
            <a:ext cx="10981544" cy="206701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en-US" dirty="0">
                <a:solidFill>
                  <a:schemeClr val="tx1">
                    <a:lumMod val="65000"/>
                    <a:lumOff val="35000"/>
                  </a:schemeClr>
                </a:solidFill>
                <a:latin typeface="Helvetica 45 Light" panose="020B0500000000000000" pitchFamily="34" charset="0"/>
              </a:rPr>
              <a:t>Footer</a:t>
            </a:r>
          </a:p>
        </p:txBody>
      </p:sp>
      <p:sp>
        <p:nvSpPr>
          <p:cNvPr id="40" name="Rectangle: Rounded Corners 39">
            <a:extLst>
              <a:ext uri="{FF2B5EF4-FFF2-40B4-BE49-F238E27FC236}">
                <a16:creationId xmlns:a16="http://schemas.microsoft.com/office/drawing/2014/main" id="{96C6C42E-F0AA-9444-F4AB-3B932D41F564}"/>
              </a:ext>
            </a:extLst>
          </p:cNvPr>
          <p:cNvSpPr/>
          <p:nvPr/>
        </p:nvSpPr>
        <p:spPr>
          <a:xfrm>
            <a:off x="884767" y="443621"/>
            <a:ext cx="1932093" cy="416561"/>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600" dirty="0">
                <a:solidFill>
                  <a:schemeClr val="bg1">
                    <a:lumMod val="50000"/>
                  </a:schemeClr>
                </a:solidFill>
                <a:latin typeface="Helvetica 45 Light" panose="020B0500000000000000" pitchFamily="34" charset="0"/>
              </a:rPr>
              <a:t>class: longform_name, content: longform_name</a:t>
            </a:r>
            <a:endParaRPr lang="en-US" sz="1400" b="1" dirty="0">
              <a:solidFill>
                <a:schemeClr val="tx1">
                  <a:lumMod val="75000"/>
                  <a:lumOff val="25000"/>
                </a:schemeClr>
              </a:solidFill>
              <a:latin typeface="Helvetica 45 Light" panose="020B0500000000000000" pitchFamily="34" charset="0"/>
            </a:endParaRPr>
          </a:p>
          <a:p>
            <a:r>
              <a:rPr lang="en-US" sz="1400" b="1" dirty="0">
                <a:solidFill>
                  <a:schemeClr val="tx1">
                    <a:lumMod val="75000"/>
                    <a:lumOff val="25000"/>
                  </a:schemeClr>
                </a:solidFill>
                <a:latin typeface="HelveticaNeue MediumCond" panose="020B0506000000000000" pitchFamily="34" charset="0"/>
              </a:rPr>
              <a:t>SANDRA A. HULUKA</a:t>
            </a:r>
            <a:endParaRPr lang="en-RW" sz="1400" b="1" dirty="0">
              <a:solidFill>
                <a:schemeClr val="tx1">
                  <a:lumMod val="75000"/>
                  <a:lumOff val="25000"/>
                </a:schemeClr>
              </a:solidFill>
              <a:latin typeface="HelveticaNeue MediumCond" panose="020B0506000000000000" pitchFamily="34" charset="0"/>
            </a:endParaRPr>
          </a:p>
        </p:txBody>
      </p:sp>
      <p:sp>
        <p:nvSpPr>
          <p:cNvPr id="41" name="Rectangle: Rounded Corners 40">
            <a:extLst>
              <a:ext uri="{FF2B5EF4-FFF2-40B4-BE49-F238E27FC236}">
                <a16:creationId xmlns:a16="http://schemas.microsoft.com/office/drawing/2014/main" id="{DE2DB25F-7C67-0EA5-38D0-6E578036C350}"/>
              </a:ext>
            </a:extLst>
          </p:cNvPr>
          <p:cNvSpPr/>
          <p:nvPr/>
        </p:nvSpPr>
        <p:spPr>
          <a:xfrm>
            <a:off x="3265294" y="405884"/>
            <a:ext cx="5957227" cy="52598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dirty="0">
                <a:solidFill>
                  <a:schemeClr val="bg1">
                    <a:lumMod val="50000"/>
                  </a:schemeClr>
                </a:solidFill>
                <a:latin typeface="Helvetica 45 Light" panose="020B0500000000000000" pitchFamily="34" charset="0"/>
              </a:rPr>
              <a:t>class: main_navigation, content: main_navigation</a:t>
            </a:r>
          </a:p>
          <a:p>
            <a:endParaRPr lang="en-US" sz="400" dirty="0">
              <a:solidFill>
                <a:schemeClr val="tx1">
                  <a:lumMod val="50000"/>
                  <a:lumOff val="50000"/>
                </a:schemeClr>
              </a:solidFill>
              <a:latin typeface="Helvetica 45 Light" panose="020B0500000000000000" pitchFamily="34" charset="0"/>
            </a:endParaRPr>
          </a:p>
          <a:p>
            <a:pPr algn="ctr"/>
            <a:r>
              <a:rPr lang="en-US" sz="900" dirty="0">
                <a:solidFill>
                  <a:schemeClr val="tx1">
                    <a:lumMod val="75000"/>
                    <a:lumOff val="25000"/>
                  </a:schemeClr>
                </a:solidFill>
                <a:latin typeface="HelveticaNeue MediumCond" panose="020B0506000000000000" pitchFamily="34" charset="0"/>
              </a:rPr>
              <a:t>HOME          PROJECTS          BLOGS           RESUME           RESOURCES          P. KNOWLEDGE BASE</a:t>
            </a:r>
            <a:endParaRPr lang="en-RW" sz="900" dirty="0">
              <a:solidFill>
                <a:schemeClr val="tx1">
                  <a:lumMod val="75000"/>
                  <a:lumOff val="25000"/>
                </a:schemeClr>
              </a:solidFill>
              <a:latin typeface="HelveticaNeue MediumCond" panose="020B0506000000000000" pitchFamily="34" charset="0"/>
            </a:endParaRPr>
          </a:p>
        </p:txBody>
      </p:sp>
      <p:grpSp>
        <p:nvGrpSpPr>
          <p:cNvPr id="92" name="Group 91">
            <a:extLst>
              <a:ext uri="{FF2B5EF4-FFF2-40B4-BE49-F238E27FC236}">
                <a16:creationId xmlns:a16="http://schemas.microsoft.com/office/drawing/2014/main" id="{CA68D3EF-FB95-F399-020D-0B85ED1A3FE9}"/>
              </a:ext>
            </a:extLst>
          </p:cNvPr>
          <p:cNvGrpSpPr/>
          <p:nvPr/>
        </p:nvGrpSpPr>
        <p:grpSpPr>
          <a:xfrm>
            <a:off x="9915524" y="617845"/>
            <a:ext cx="1620427" cy="238693"/>
            <a:chOff x="9421828" y="492937"/>
            <a:chExt cx="2114124" cy="363602"/>
          </a:xfrm>
        </p:grpSpPr>
        <p:sp>
          <p:nvSpPr>
            <p:cNvPr id="42" name="Rectangle: Rounded Corners 41">
              <a:extLst>
                <a:ext uri="{FF2B5EF4-FFF2-40B4-BE49-F238E27FC236}">
                  <a16:creationId xmlns:a16="http://schemas.microsoft.com/office/drawing/2014/main" id="{3D75E16E-1A00-DA41-89E9-B0F9016FCCA1}"/>
                </a:ext>
              </a:extLst>
            </p:cNvPr>
            <p:cNvSpPr/>
            <p:nvPr/>
          </p:nvSpPr>
          <p:spPr>
            <a:xfrm>
              <a:off x="11175952" y="496539"/>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3" name="Rectangle: Rounded Corners 42">
              <a:extLst>
                <a:ext uri="{FF2B5EF4-FFF2-40B4-BE49-F238E27FC236}">
                  <a16:creationId xmlns:a16="http://schemas.microsoft.com/office/drawing/2014/main" id="{CEE70164-EEB5-03CF-B7B9-DA96FF061216}"/>
                </a:ext>
              </a:extLst>
            </p:cNvPr>
            <p:cNvSpPr/>
            <p:nvPr/>
          </p:nvSpPr>
          <p:spPr>
            <a:xfrm>
              <a:off x="10591244" y="496539"/>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4" name="Rectangle: Rounded Corners 43">
              <a:extLst>
                <a:ext uri="{FF2B5EF4-FFF2-40B4-BE49-F238E27FC236}">
                  <a16:creationId xmlns:a16="http://schemas.microsoft.com/office/drawing/2014/main" id="{A833CCB1-7371-88AA-5F6A-971741BE1C8A}"/>
                </a:ext>
              </a:extLst>
            </p:cNvPr>
            <p:cNvSpPr/>
            <p:nvPr/>
          </p:nvSpPr>
          <p:spPr>
            <a:xfrm>
              <a:off x="10006536" y="492937"/>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45" name="Rectangle: Rounded Corners 44">
              <a:extLst>
                <a:ext uri="{FF2B5EF4-FFF2-40B4-BE49-F238E27FC236}">
                  <a16:creationId xmlns:a16="http://schemas.microsoft.com/office/drawing/2014/main" id="{3EEF8CF2-2CE7-E963-CAF9-C22F9ACEBF9E}"/>
                </a:ext>
              </a:extLst>
            </p:cNvPr>
            <p:cNvSpPr/>
            <p:nvPr/>
          </p:nvSpPr>
          <p:spPr>
            <a:xfrm>
              <a:off x="9421828" y="495961"/>
              <a:ext cx="360000" cy="360000"/>
            </a:xfrm>
            <a:prstGeom prst="roundRect">
              <a:avLst>
                <a:gd name="adj" fmla="val 500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sp>
        <p:nvSpPr>
          <p:cNvPr id="93" name="Rectangle 92">
            <a:extLst>
              <a:ext uri="{FF2B5EF4-FFF2-40B4-BE49-F238E27FC236}">
                <a16:creationId xmlns:a16="http://schemas.microsoft.com/office/drawing/2014/main" id="{F5AF628B-DCCB-1D35-1FAF-233A37557702}"/>
              </a:ext>
            </a:extLst>
          </p:cNvPr>
          <p:cNvSpPr/>
          <p:nvPr/>
        </p:nvSpPr>
        <p:spPr>
          <a:xfrm>
            <a:off x="9613900" y="405883"/>
            <a:ext cx="2197100" cy="2363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600" dirty="0">
                <a:solidFill>
                  <a:schemeClr val="bg1">
                    <a:lumMod val="50000"/>
                  </a:schemeClr>
                </a:solidFill>
                <a:latin typeface="Helvetica 45 Light" panose="020B0500000000000000" pitchFamily="34" charset="0"/>
              </a:rPr>
              <a:t>class: social_media, contact, content: social_media, url, img </a:t>
            </a:r>
            <a:endParaRPr lang="en-RW" sz="600" dirty="0">
              <a:solidFill>
                <a:schemeClr val="bg1">
                  <a:lumMod val="50000"/>
                </a:schemeClr>
              </a:solidFill>
              <a:latin typeface="Helvetica 45 Light" panose="020B0500000000000000" pitchFamily="34" charset="0"/>
            </a:endParaRPr>
          </a:p>
        </p:txBody>
      </p:sp>
      <p:sp>
        <p:nvSpPr>
          <p:cNvPr id="2" name="Rectangle 1">
            <a:extLst>
              <a:ext uri="{FF2B5EF4-FFF2-40B4-BE49-F238E27FC236}">
                <a16:creationId xmlns:a16="http://schemas.microsoft.com/office/drawing/2014/main" id="{262F0B09-AB54-60F4-5CAD-B296079608C0}"/>
              </a:ext>
            </a:extLst>
          </p:cNvPr>
          <p:cNvSpPr/>
          <p:nvPr/>
        </p:nvSpPr>
        <p:spPr>
          <a:xfrm>
            <a:off x="9205467" y="928892"/>
            <a:ext cx="2522351" cy="639845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r>
              <a:rPr lang="en-US" dirty="0">
                <a:solidFill>
                  <a:schemeClr val="tx1">
                    <a:lumMod val="65000"/>
                    <a:lumOff val="35000"/>
                  </a:schemeClr>
                </a:solidFill>
                <a:latin typeface="Helvetica 45 Light" panose="020B0500000000000000" pitchFamily="34" charset="0"/>
              </a:rPr>
              <a:t>No scroll</a:t>
            </a: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Last Updated:</a:t>
            </a: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Domain:</a:t>
            </a: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Related projects</a:t>
            </a: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Related blogs</a:t>
            </a: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endParaRPr lang="en-US" dirty="0">
              <a:solidFill>
                <a:schemeClr val="tx1">
                  <a:lumMod val="65000"/>
                  <a:lumOff val="35000"/>
                </a:schemeClr>
              </a:solidFill>
              <a:latin typeface="Helvetica 45 Light" panose="020B0500000000000000" pitchFamily="34" charset="0"/>
            </a:endParaRPr>
          </a:p>
          <a:p>
            <a:r>
              <a:rPr lang="en-US" dirty="0">
                <a:solidFill>
                  <a:schemeClr val="tx1">
                    <a:lumMod val="65000"/>
                    <a:lumOff val="35000"/>
                  </a:schemeClr>
                </a:solidFill>
                <a:latin typeface="Helvetica 45 Light" panose="020B0500000000000000" pitchFamily="34" charset="0"/>
              </a:rPr>
              <a:t>Related Resources</a:t>
            </a:r>
          </a:p>
        </p:txBody>
      </p:sp>
      <p:grpSp>
        <p:nvGrpSpPr>
          <p:cNvPr id="21" name="Group 20">
            <a:extLst>
              <a:ext uri="{FF2B5EF4-FFF2-40B4-BE49-F238E27FC236}">
                <a16:creationId xmlns:a16="http://schemas.microsoft.com/office/drawing/2014/main" id="{65B7E35E-D93F-4195-30A1-52B446D4C685}"/>
              </a:ext>
            </a:extLst>
          </p:cNvPr>
          <p:cNvGrpSpPr/>
          <p:nvPr/>
        </p:nvGrpSpPr>
        <p:grpSpPr>
          <a:xfrm>
            <a:off x="9915524" y="630545"/>
            <a:ext cx="1620427" cy="238693"/>
            <a:chOff x="9421828" y="492937"/>
            <a:chExt cx="2114124" cy="363602"/>
          </a:xfrm>
          <a:solidFill>
            <a:schemeClr val="bg1">
              <a:lumMod val="65000"/>
            </a:schemeClr>
          </a:solidFill>
        </p:grpSpPr>
        <p:sp>
          <p:nvSpPr>
            <p:cNvPr id="22" name="Rectangle: Rounded Corners 21">
              <a:extLst>
                <a:ext uri="{FF2B5EF4-FFF2-40B4-BE49-F238E27FC236}">
                  <a16:creationId xmlns:a16="http://schemas.microsoft.com/office/drawing/2014/main" id="{F445D9E1-5869-830A-84C3-CF080CEEA00A}"/>
                </a:ext>
              </a:extLst>
            </p:cNvPr>
            <p:cNvSpPr/>
            <p:nvPr/>
          </p:nvSpPr>
          <p:spPr>
            <a:xfrm>
              <a:off x="11175952" y="496539"/>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3" name="Rectangle: Rounded Corners 22">
              <a:extLst>
                <a:ext uri="{FF2B5EF4-FFF2-40B4-BE49-F238E27FC236}">
                  <a16:creationId xmlns:a16="http://schemas.microsoft.com/office/drawing/2014/main" id="{0794F19E-A3BD-6E61-191E-EB1A61BE907B}"/>
                </a:ext>
              </a:extLst>
            </p:cNvPr>
            <p:cNvSpPr/>
            <p:nvPr/>
          </p:nvSpPr>
          <p:spPr>
            <a:xfrm>
              <a:off x="10591244" y="496539"/>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24" name="Rectangle: Rounded Corners 23">
              <a:extLst>
                <a:ext uri="{FF2B5EF4-FFF2-40B4-BE49-F238E27FC236}">
                  <a16:creationId xmlns:a16="http://schemas.microsoft.com/office/drawing/2014/main" id="{0BCD7823-1E63-B50C-9EE2-5A973D4660C4}"/>
                </a:ext>
              </a:extLst>
            </p:cNvPr>
            <p:cNvSpPr/>
            <p:nvPr/>
          </p:nvSpPr>
          <p:spPr>
            <a:xfrm>
              <a:off x="10006536" y="492937"/>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sp>
          <p:nvSpPr>
            <p:cNvPr id="30" name="Rectangle: Rounded Corners 29">
              <a:extLst>
                <a:ext uri="{FF2B5EF4-FFF2-40B4-BE49-F238E27FC236}">
                  <a16:creationId xmlns:a16="http://schemas.microsoft.com/office/drawing/2014/main" id="{396131E0-5D16-74E2-6FDC-23BFED15316A}"/>
                </a:ext>
              </a:extLst>
            </p:cNvPr>
            <p:cNvSpPr/>
            <p:nvPr/>
          </p:nvSpPr>
          <p:spPr>
            <a:xfrm>
              <a:off x="9421828" y="495961"/>
              <a:ext cx="360000" cy="360000"/>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W" dirty="0">
                <a:latin typeface="Helvetica 45 Light" panose="020B0500000000000000" pitchFamily="34" charset="0"/>
              </a:endParaRPr>
            </a:p>
          </p:txBody>
        </p:sp>
      </p:grpSp>
      <p:sp>
        <p:nvSpPr>
          <p:cNvPr id="31" name="Rectangle 30">
            <a:extLst>
              <a:ext uri="{FF2B5EF4-FFF2-40B4-BE49-F238E27FC236}">
                <a16:creationId xmlns:a16="http://schemas.microsoft.com/office/drawing/2014/main" id="{94D68E6C-59D3-1B9A-AD54-ED542EBB9090}"/>
              </a:ext>
            </a:extLst>
          </p:cNvPr>
          <p:cNvSpPr/>
          <p:nvPr/>
        </p:nvSpPr>
        <p:spPr>
          <a:xfrm>
            <a:off x="759997" y="979688"/>
            <a:ext cx="8462524" cy="110311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indent="177800"/>
            <a:r>
              <a:rPr lang="en-US" b="1" dirty="0">
                <a:solidFill>
                  <a:schemeClr val="tx1">
                    <a:lumMod val="75000"/>
                    <a:lumOff val="25000"/>
                  </a:schemeClr>
                </a:solidFill>
                <a:latin typeface="HelveticaNeue MediumCond" panose="020B0506000000000000" pitchFamily="34" charset="0"/>
              </a:rPr>
              <a:t>Blog Title</a:t>
            </a:r>
          </a:p>
          <a:p>
            <a:pPr indent="177800"/>
            <a:r>
              <a:rPr lang="en-US" sz="1400" dirty="0">
                <a:solidFill>
                  <a:schemeClr val="tx1">
                    <a:lumMod val="75000"/>
                    <a:lumOff val="25000"/>
                  </a:schemeClr>
                </a:solidFill>
                <a:latin typeface="HelveticaNeue MediumCond" panose="020B0506000000000000" pitchFamily="34" charset="0"/>
              </a:rPr>
              <a:t>Blog Subtitle</a:t>
            </a:r>
            <a:endParaRPr lang="en-RW" sz="1400" dirty="0">
              <a:solidFill>
                <a:schemeClr val="tx1">
                  <a:lumMod val="75000"/>
                  <a:lumOff val="25000"/>
                </a:schemeClr>
              </a:solidFill>
              <a:latin typeface="HelveticaNeue MediumCond" panose="020B0506000000000000" pitchFamily="34" charset="0"/>
            </a:endParaRPr>
          </a:p>
        </p:txBody>
      </p:sp>
    </p:spTree>
    <p:extLst>
      <p:ext uri="{BB962C8B-B14F-4D97-AF65-F5344CB8AC3E}">
        <p14:creationId xmlns:p14="http://schemas.microsoft.com/office/powerpoint/2010/main" val="2553217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3CAB5C9-6D2A-2D90-CC33-595D3FE3E4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144B26-E7B5-974E-85EF-193D9786AA58}"/>
              </a:ext>
            </a:extLst>
          </p:cNvPr>
          <p:cNvSpPr/>
          <p:nvPr/>
        </p:nvSpPr>
        <p:spPr>
          <a:xfrm>
            <a:off x="502480" y="255018"/>
            <a:ext cx="11520000" cy="935143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RW" dirty="0"/>
          </a:p>
        </p:txBody>
      </p:sp>
      <p:sp>
        <p:nvSpPr>
          <p:cNvPr id="5" name="Rectangle 4">
            <a:extLst>
              <a:ext uri="{FF2B5EF4-FFF2-40B4-BE49-F238E27FC236}">
                <a16:creationId xmlns:a16="http://schemas.microsoft.com/office/drawing/2014/main" id="{2DE80F41-1285-DBBB-DD40-19B0F43A451D}"/>
              </a:ext>
            </a:extLst>
          </p:cNvPr>
          <p:cNvSpPr/>
          <p:nvPr/>
        </p:nvSpPr>
        <p:spPr>
          <a:xfrm rot="16200000">
            <a:off x="-2760122" y="6343853"/>
            <a:ext cx="6022726" cy="50247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sz="2400" dirty="0">
                <a:solidFill>
                  <a:srgbClr val="0070C0"/>
                </a:solidFill>
              </a:rPr>
              <a:t>HOME PAGE</a:t>
            </a:r>
            <a:endParaRPr lang="en-RW" sz="2400" dirty="0">
              <a:solidFill>
                <a:srgbClr val="0070C0"/>
              </a:solidFill>
            </a:endParaRPr>
          </a:p>
        </p:txBody>
      </p:sp>
      <p:sp>
        <p:nvSpPr>
          <p:cNvPr id="6" name="Rectangle 5">
            <a:extLst>
              <a:ext uri="{FF2B5EF4-FFF2-40B4-BE49-F238E27FC236}">
                <a16:creationId xmlns:a16="http://schemas.microsoft.com/office/drawing/2014/main" id="{6B37B880-9771-F2FA-75CA-5138C468F941}"/>
              </a:ext>
            </a:extLst>
          </p:cNvPr>
          <p:cNvSpPr/>
          <p:nvPr/>
        </p:nvSpPr>
        <p:spPr>
          <a:xfrm>
            <a:off x="746275" y="405884"/>
            <a:ext cx="10988984" cy="52598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endParaRPr lang="en-RW" dirty="0">
              <a:solidFill>
                <a:schemeClr val="bg1">
                  <a:lumMod val="95000"/>
                </a:schemeClr>
              </a:solidFill>
            </a:endParaRPr>
          </a:p>
        </p:txBody>
      </p:sp>
      <p:sp>
        <p:nvSpPr>
          <p:cNvPr id="7" name="Rectangle 6">
            <a:extLst>
              <a:ext uri="{FF2B5EF4-FFF2-40B4-BE49-F238E27FC236}">
                <a16:creationId xmlns:a16="http://schemas.microsoft.com/office/drawing/2014/main" id="{CF0F582A-1186-4778-CBF9-E63FEF4D26FB}"/>
              </a:ext>
            </a:extLst>
          </p:cNvPr>
          <p:cNvSpPr/>
          <p:nvPr/>
        </p:nvSpPr>
        <p:spPr>
          <a:xfrm>
            <a:off x="746275" y="405882"/>
            <a:ext cx="1707420" cy="52598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dirty="0" err="1">
                <a:solidFill>
                  <a:schemeClr val="tx1">
                    <a:lumMod val="65000"/>
                    <a:lumOff val="35000"/>
                  </a:schemeClr>
                </a:solidFill>
              </a:rPr>
              <a:t>Shortform_title</a:t>
            </a:r>
            <a:endParaRPr lang="en-RW" dirty="0">
              <a:solidFill>
                <a:schemeClr val="tx1">
                  <a:lumMod val="65000"/>
                  <a:lumOff val="35000"/>
                </a:schemeClr>
              </a:solidFill>
            </a:endParaRPr>
          </a:p>
        </p:txBody>
      </p:sp>
      <p:sp>
        <p:nvSpPr>
          <p:cNvPr id="8" name="Rectangle 7">
            <a:extLst>
              <a:ext uri="{FF2B5EF4-FFF2-40B4-BE49-F238E27FC236}">
                <a16:creationId xmlns:a16="http://schemas.microsoft.com/office/drawing/2014/main" id="{8DB4C2E5-59FC-921A-5758-310EC1E2F99C}"/>
              </a:ext>
            </a:extLst>
          </p:cNvPr>
          <p:cNvSpPr/>
          <p:nvPr/>
        </p:nvSpPr>
        <p:spPr>
          <a:xfrm>
            <a:off x="2776027" y="405882"/>
            <a:ext cx="7357009" cy="52598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65000"/>
                    <a:lumOff val="35000"/>
                  </a:schemeClr>
                </a:solidFill>
              </a:rPr>
              <a:t>Projects | Blog |</a:t>
            </a:r>
            <a:endParaRPr lang="en-RW" dirty="0">
              <a:solidFill>
                <a:schemeClr val="tx1">
                  <a:lumMod val="65000"/>
                  <a:lumOff val="35000"/>
                </a:schemeClr>
              </a:solidFill>
            </a:endParaRPr>
          </a:p>
        </p:txBody>
      </p:sp>
      <p:sp>
        <p:nvSpPr>
          <p:cNvPr id="10" name="Rectangle 9">
            <a:extLst>
              <a:ext uri="{FF2B5EF4-FFF2-40B4-BE49-F238E27FC236}">
                <a16:creationId xmlns:a16="http://schemas.microsoft.com/office/drawing/2014/main" id="{44235B2A-6493-ABF1-1AF5-964A9497429C}"/>
              </a:ext>
            </a:extLst>
          </p:cNvPr>
          <p:cNvSpPr/>
          <p:nvPr/>
        </p:nvSpPr>
        <p:spPr>
          <a:xfrm>
            <a:off x="3890883" y="1155410"/>
            <a:ext cx="3886772" cy="36362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tx1">
                    <a:lumMod val="65000"/>
                    <a:lumOff val="35000"/>
                  </a:schemeClr>
                </a:solidFill>
              </a:rPr>
              <a:t>Longform title</a:t>
            </a:r>
          </a:p>
          <a:p>
            <a:r>
              <a:rPr lang="en-US" dirty="0">
                <a:solidFill>
                  <a:schemeClr val="tx1">
                    <a:lumMod val="65000"/>
                    <a:lumOff val="35000"/>
                  </a:schemeClr>
                </a:solidFill>
              </a:rPr>
              <a:t>Professional_title</a:t>
            </a:r>
          </a:p>
          <a:p>
            <a:r>
              <a:rPr lang="en-US" dirty="0">
                <a:solidFill>
                  <a:schemeClr val="tx1">
                    <a:lumMod val="65000"/>
                    <a:lumOff val="35000"/>
                  </a:schemeClr>
                </a:solidFill>
              </a:rPr>
              <a:t>Professional_summary</a:t>
            </a:r>
          </a:p>
          <a:p>
            <a:r>
              <a:rPr lang="en-US" dirty="0">
                <a:solidFill>
                  <a:schemeClr val="tx1">
                    <a:lumMod val="65000"/>
                    <a:lumOff val="35000"/>
                  </a:schemeClr>
                </a:solidFill>
              </a:rPr>
              <a:t>resume_link &gt; (resume_link, resume_link_text</a:t>
            </a:r>
          </a:p>
        </p:txBody>
      </p:sp>
      <p:sp>
        <p:nvSpPr>
          <p:cNvPr id="11" name="Rectangle 10">
            <a:extLst>
              <a:ext uri="{FF2B5EF4-FFF2-40B4-BE49-F238E27FC236}">
                <a16:creationId xmlns:a16="http://schemas.microsoft.com/office/drawing/2014/main" id="{C250AECB-12BE-613D-37A2-F9A2406C15F0}"/>
              </a:ext>
            </a:extLst>
          </p:cNvPr>
          <p:cNvSpPr/>
          <p:nvPr/>
        </p:nvSpPr>
        <p:spPr>
          <a:xfrm>
            <a:off x="746275" y="1123187"/>
            <a:ext cx="2900815" cy="735583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tx1">
                    <a:lumMod val="65000"/>
                    <a:lumOff val="35000"/>
                  </a:schemeClr>
                </a:solidFill>
              </a:rPr>
              <a:t>&gt; Blog Posts</a:t>
            </a:r>
          </a:p>
        </p:txBody>
      </p:sp>
      <p:sp>
        <p:nvSpPr>
          <p:cNvPr id="14" name="Rectangle 13">
            <a:extLst>
              <a:ext uri="{FF2B5EF4-FFF2-40B4-BE49-F238E27FC236}">
                <a16:creationId xmlns:a16="http://schemas.microsoft.com/office/drawing/2014/main" id="{C365B968-E07F-C200-84D8-3DC7CD7D70B4}"/>
              </a:ext>
            </a:extLst>
          </p:cNvPr>
          <p:cNvSpPr/>
          <p:nvPr/>
        </p:nvSpPr>
        <p:spPr>
          <a:xfrm>
            <a:off x="771709" y="8702566"/>
            <a:ext cx="10956110" cy="68034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tx1">
                    <a:lumMod val="65000"/>
                    <a:lumOff val="35000"/>
                  </a:schemeClr>
                </a:solidFill>
              </a:rPr>
              <a:t>&gt; footer</a:t>
            </a:r>
          </a:p>
        </p:txBody>
      </p:sp>
      <p:sp>
        <p:nvSpPr>
          <p:cNvPr id="2" name="Rectangle 1">
            <a:extLst>
              <a:ext uri="{FF2B5EF4-FFF2-40B4-BE49-F238E27FC236}">
                <a16:creationId xmlns:a16="http://schemas.microsoft.com/office/drawing/2014/main" id="{98D64074-0F95-9904-7D3B-492FC702B8C7}"/>
              </a:ext>
            </a:extLst>
          </p:cNvPr>
          <p:cNvSpPr/>
          <p:nvPr/>
        </p:nvSpPr>
        <p:spPr>
          <a:xfrm>
            <a:off x="7848488" y="1122510"/>
            <a:ext cx="3886771" cy="36362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dirty="0">
                <a:solidFill>
                  <a:schemeClr val="tx1">
                    <a:lumMod val="65000"/>
                    <a:lumOff val="35000"/>
                  </a:schemeClr>
                </a:solidFill>
              </a:rPr>
              <a:t>Longform title</a:t>
            </a:r>
          </a:p>
          <a:p>
            <a:r>
              <a:rPr lang="en-US" dirty="0">
                <a:solidFill>
                  <a:schemeClr val="tx1">
                    <a:lumMod val="65000"/>
                    <a:lumOff val="35000"/>
                  </a:schemeClr>
                </a:solidFill>
              </a:rPr>
              <a:t>Professional_title</a:t>
            </a:r>
          </a:p>
          <a:p>
            <a:r>
              <a:rPr lang="en-US" dirty="0">
                <a:solidFill>
                  <a:schemeClr val="tx1">
                    <a:lumMod val="65000"/>
                    <a:lumOff val="35000"/>
                  </a:schemeClr>
                </a:solidFill>
              </a:rPr>
              <a:t>Professional_summary</a:t>
            </a:r>
          </a:p>
          <a:p>
            <a:r>
              <a:rPr lang="en-US" dirty="0">
                <a:solidFill>
                  <a:schemeClr val="tx1">
                    <a:lumMod val="65000"/>
                    <a:lumOff val="35000"/>
                  </a:schemeClr>
                </a:solidFill>
              </a:rPr>
              <a:t>resume_link &gt; (resume_link, resume_link_text</a:t>
            </a:r>
          </a:p>
        </p:txBody>
      </p:sp>
    </p:spTree>
    <p:extLst>
      <p:ext uri="{BB962C8B-B14F-4D97-AF65-F5344CB8AC3E}">
        <p14:creationId xmlns:p14="http://schemas.microsoft.com/office/powerpoint/2010/main" val="3620347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3813</TotalTime>
  <Words>654</Words>
  <Application>Microsoft Office PowerPoint</Application>
  <PresentationFormat>Custom</PresentationFormat>
  <Paragraphs>123</Paragraphs>
  <Slides>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Aptos Display</vt:lpstr>
      <vt:lpstr>Arial</vt:lpstr>
      <vt:lpstr>Helvetica 45 Light</vt:lpstr>
      <vt:lpstr>Helvetica Neue</vt:lpstr>
      <vt:lpstr>HelveticaNeue MediumCond</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Sandra Alemayehu</dc:creator>
  <cp:lastModifiedBy>Sandra Alemayehu</cp:lastModifiedBy>
  <cp:revision>6</cp:revision>
  <dcterms:created xsi:type="dcterms:W3CDTF">2025-05-03T12:37:32Z</dcterms:created>
  <dcterms:modified xsi:type="dcterms:W3CDTF">2025-05-12T21:35:53Z</dcterms:modified>
</cp:coreProperties>
</file>