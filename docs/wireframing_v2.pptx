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61" r:id="rId2"/>
  </p:sldIdLst>
  <p:sldSz cx="6840538" cy="9720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4660"/>
  </p:normalViewPr>
  <p:slideViewPr>
    <p:cSldViewPr snapToGrid="0">
      <p:cViewPr varScale="1">
        <p:scale>
          <a:sx n="66" d="100"/>
          <a:sy n="66" d="100"/>
        </p:scale>
        <p:origin x="322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7F1CC6-A5E8-4532-BE3C-579E79C340D7}" type="datetimeFigureOut">
              <a:rPr lang="en-RW" smtClean="0"/>
              <a:t>16/05/2025</a:t>
            </a:fld>
            <a:endParaRPr lang="en-R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3150" y="1143000"/>
            <a:ext cx="2171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99FD6-40C1-42E2-9981-C3C7583A46B7}" type="slidenum">
              <a:rPr lang="en-RW" smtClean="0"/>
              <a:t>‹#›</a:t>
            </a:fld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2584758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041" y="1590794"/>
            <a:ext cx="5814457" cy="3384092"/>
          </a:xfrm>
        </p:spPr>
        <p:txBody>
          <a:bodyPr anchor="b"/>
          <a:lstStyle>
            <a:lvl1pPr algn="ctr">
              <a:defRPr sz="44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5067" y="5105389"/>
            <a:ext cx="5130404" cy="2346813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031" indent="0" algn="ctr">
              <a:buNone/>
              <a:defRPr sz="1496"/>
            </a:lvl2pPr>
            <a:lvl3pPr marL="684063" indent="0" algn="ctr">
              <a:buNone/>
              <a:defRPr sz="1347"/>
            </a:lvl3pPr>
            <a:lvl4pPr marL="1026094" indent="0" algn="ctr">
              <a:buNone/>
              <a:defRPr sz="1197"/>
            </a:lvl4pPr>
            <a:lvl5pPr marL="1368125" indent="0" algn="ctr">
              <a:buNone/>
              <a:defRPr sz="1197"/>
            </a:lvl5pPr>
            <a:lvl6pPr marL="1710157" indent="0" algn="ctr">
              <a:buNone/>
              <a:defRPr sz="1197"/>
            </a:lvl6pPr>
            <a:lvl7pPr marL="2052188" indent="0" algn="ctr">
              <a:buNone/>
              <a:defRPr sz="1197"/>
            </a:lvl7pPr>
            <a:lvl8pPr marL="2394219" indent="0" algn="ctr">
              <a:buNone/>
              <a:defRPr sz="1197"/>
            </a:lvl8pPr>
            <a:lvl9pPr marL="2736251" indent="0" algn="ctr">
              <a:buNone/>
              <a:defRPr sz="11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94184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442569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5" y="2423318"/>
            <a:ext cx="5899964" cy="4043359"/>
          </a:xfrm>
        </p:spPr>
        <p:txBody>
          <a:bodyPr anchor="b"/>
          <a:lstStyle>
            <a:lvl1pPr>
              <a:defRPr sz="448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6725" y="6504929"/>
            <a:ext cx="5899964" cy="2126307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82000"/>
                  </a:schemeClr>
                </a:solidFill>
              </a:defRPr>
            </a:lvl1pPr>
            <a:lvl2pPr marL="342031" indent="0">
              <a:buNone/>
              <a:defRPr sz="1496">
                <a:solidFill>
                  <a:schemeClr val="tx1">
                    <a:tint val="82000"/>
                  </a:schemeClr>
                </a:solidFill>
              </a:defRPr>
            </a:lvl2pPr>
            <a:lvl3pPr marL="684063" indent="0">
              <a:buNone/>
              <a:defRPr sz="1347">
                <a:solidFill>
                  <a:schemeClr val="tx1">
                    <a:tint val="82000"/>
                  </a:schemeClr>
                </a:solidFill>
              </a:defRPr>
            </a:lvl3pPr>
            <a:lvl4pPr marL="1026094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4pPr>
            <a:lvl5pPr marL="1368125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5pPr>
            <a:lvl6pPr marL="1710157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6pPr>
            <a:lvl7pPr marL="2052188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7pPr>
            <a:lvl8pPr marL="2394219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8pPr>
            <a:lvl9pPr marL="2736251" indent="0">
              <a:buNone/>
              <a:defRPr sz="11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749868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0287" y="2587570"/>
            <a:ext cx="2907229" cy="61674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63022" y="2587570"/>
            <a:ext cx="2907229" cy="61674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43276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517516"/>
            <a:ext cx="5899964" cy="18788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179" y="2382815"/>
            <a:ext cx="2893868" cy="1167781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1179" y="3550596"/>
            <a:ext cx="2893868" cy="522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63023" y="2382815"/>
            <a:ext cx="2908120" cy="1167781"/>
          </a:xfrm>
        </p:spPr>
        <p:txBody>
          <a:bodyPr anchor="b"/>
          <a:lstStyle>
            <a:lvl1pPr marL="0" indent="0">
              <a:buNone/>
              <a:defRPr sz="1795" b="1"/>
            </a:lvl1pPr>
            <a:lvl2pPr marL="342031" indent="0">
              <a:buNone/>
              <a:defRPr sz="1496" b="1"/>
            </a:lvl2pPr>
            <a:lvl3pPr marL="684063" indent="0">
              <a:buNone/>
              <a:defRPr sz="1347" b="1"/>
            </a:lvl3pPr>
            <a:lvl4pPr marL="1026094" indent="0">
              <a:buNone/>
              <a:defRPr sz="1197" b="1"/>
            </a:lvl4pPr>
            <a:lvl5pPr marL="1368125" indent="0">
              <a:buNone/>
              <a:defRPr sz="1197" b="1"/>
            </a:lvl5pPr>
            <a:lvl6pPr marL="1710157" indent="0">
              <a:buNone/>
              <a:defRPr sz="1197" b="1"/>
            </a:lvl6pPr>
            <a:lvl7pPr marL="2052188" indent="0">
              <a:buNone/>
              <a:defRPr sz="1197" b="1"/>
            </a:lvl7pPr>
            <a:lvl8pPr marL="2394219" indent="0">
              <a:buNone/>
              <a:defRPr sz="1197" b="1"/>
            </a:lvl8pPr>
            <a:lvl9pPr marL="2736251" indent="0">
              <a:buNone/>
              <a:defRPr sz="11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63023" y="3550596"/>
            <a:ext cx="2908120" cy="522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109794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71155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83979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648018"/>
            <a:ext cx="2206252" cy="2268061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8120" y="1399540"/>
            <a:ext cx="3463022" cy="6907687"/>
          </a:xfrm>
        </p:spPr>
        <p:txBody>
          <a:bodyPr/>
          <a:lstStyle>
            <a:lvl1pPr>
              <a:defRPr sz="2394"/>
            </a:lvl1pPr>
            <a:lvl2pPr>
              <a:defRPr sz="2095"/>
            </a:lvl2pPr>
            <a:lvl3pPr>
              <a:defRPr sz="1795"/>
            </a:lvl3pPr>
            <a:lvl4pPr>
              <a:defRPr sz="1496"/>
            </a:lvl4pPr>
            <a:lvl5pPr>
              <a:defRPr sz="1496"/>
            </a:lvl5pPr>
            <a:lvl6pPr>
              <a:defRPr sz="1496"/>
            </a:lvl6pPr>
            <a:lvl7pPr>
              <a:defRPr sz="1496"/>
            </a:lvl7pPr>
            <a:lvl8pPr>
              <a:defRPr sz="1496"/>
            </a:lvl8pPr>
            <a:lvl9pPr>
              <a:defRPr sz="14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916079"/>
            <a:ext cx="2206252" cy="5402397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187978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178" y="648018"/>
            <a:ext cx="2206252" cy="2268061"/>
          </a:xfrm>
        </p:spPr>
        <p:txBody>
          <a:bodyPr anchor="b"/>
          <a:lstStyle>
            <a:lvl1pPr>
              <a:defRPr sz="239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08120" y="1399540"/>
            <a:ext cx="3463022" cy="6907687"/>
          </a:xfrm>
        </p:spPr>
        <p:txBody>
          <a:bodyPr anchor="t"/>
          <a:lstStyle>
            <a:lvl1pPr marL="0" indent="0">
              <a:buNone/>
              <a:defRPr sz="2394"/>
            </a:lvl1pPr>
            <a:lvl2pPr marL="342031" indent="0">
              <a:buNone/>
              <a:defRPr sz="2095"/>
            </a:lvl2pPr>
            <a:lvl3pPr marL="684063" indent="0">
              <a:buNone/>
              <a:defRPr sz="1795"/>
            </a:lvl3pPr>
            <a:lvl4pPr marL="1026094" indent="0">
              <a:buNone/>
              <a:defRPr sz="1496"/>
            </a:lvl4pPr>
            <a:lvl5pPr marL="1368125" indent="0">
              <a:buNone/>
              <a:defRPr sz="1496"/>
            </a:lvl5pPr>
            <a:lvl6pPr marL="1710157" indent="0">
              <a:buNone/>
              <a:defRPr sz="1496"/>
            </a:lvl6pPr>
            <a:lvl7pPr marL="2052188" indent="0">
              <a:buNone/>
              <a:defRPr sz="1496"/>
            </a:lvl7pPr>
            <a:lvl8pPr marL="2394219" indent="0">
              <a:buNone/>
              <a:defRPr sz="1496"/>
            </a:lvl8pPr>
            <a:lvl9pPr marL="2736251" indent="0">
              <a:buNone/>
              <a:defRPr sz="149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1178" y="2916079"/>
            <a:ext cx="2206252" cy="5402397"/>
          </a:xfrm>
        </p:spPr>
        <p:txBody>
          <a:bodyPr/>
          <a:lstStyle>
            <a:lvl1pPr marL="0" indent="0">
              <a:buNone/>
              <a:defRPr sz="1197"/>
            </a:lvl1pPr>
            <a:lvl2pPr marL="342031" indent="0">
              <a:buNone/>
              <a:defRPr sz="1047"/>
            </a:lvl2pPr>
            <a:lvl3pPr marL="684063" indent="0">
              <a:buNone/>
              <a:defRPr sz="898"/>
            </a:lvl3pPr>
            <a:lvl4pPr marL="1026094" indent="0">
              <a:buNone/>
              <a:defRPr sz="748"/>
            </a:lvl4pPr>
            <a:lvl5pPr marL="1368125" indent="0">
              <a:buNone/>
              <a:defRPr sz="748"/>
            </a:lvl5pPr>
            <a:lvl6pPr marL="1710157" indent="0">
              <a:buNone/>
              <a:defRPr sz="748"/>
            </a:lvl6pPr>
            <a:lvl7pPr marL="2052188" indent="0">
              <a:buNone/>
              <a:defRPr sz="748"/>
            </a:lvl7pPr>
            <a:lvl8pPr marL="2394219" indent="0">
              <a:buNone/>
              <a:defRPr sz="748"/>
            </a:lvl8pPr>
            <a:lvl9pPr marL="2736251" indent="0">
              <a:buNone/>
              <a:defRPr sz="7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784963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427868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95260" y="517514"/>
            <a:ext cx="1474991" cy="823747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0288" y="517514"/>
            <a:ext cx="4339466" cy="82374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227459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0287" y="517516"/>
            <a:ext cx="5899964" cy="1878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287" y="2587570"/>
            <a:ext cx="5899964" cy="61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0287" y="9009246"/>
            <a:ext cx="1539121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BCB95-910A-4F3B-B592-4660AB993B82}" type="datetimeFigureOut">
              <a:rPr lang="en-RW" smtClean="0"/>
              <a:t>16/05/2025</a:t>
            </a:fld>
            <a:endParaRPr lang="en-RW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928" y="9009246"/>
            <a:ext cx="2308682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RW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31130" y="9009246"/>
            <a:ext cx="1539121" cy="5175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28D0A-8BC2-4435-8FE3-50A1DFF66D8E}" type="slidenum">
              <a:rPr lang="en-RW" smtClean="0"/>
              <a:t>‹#›</a:t>
            </a:fld>
            <a:endParaRPr lang="en-RW" dirty="0"/>
          </a:p>
        </p:txBody>
      </p:sp>
    </p:spTree>
    <p:extLst>
      <p:ext uri="{BB962C8B-B14F-4D97-AF65-F5344CB8AC3E}">
        <p14:creationId xmlns:p14="http://schemas.microsoft.com/office/powerpoint/2010/main" val="3609967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4063" rtl="0" eaLnBrk="1" latinLnBrk="0" hangingPunct="1">
        <a:lnSpc>
          <a:spcPct val="90000"/>
        </a:lnSpc>
        <a:spcBef>
          <a:spcPct val="0"/>
        </a:spcBef>
        <a:buNone/>
        <a:defRPr sz="32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016" indent="-171016" algn="l" defTabSz="684063" rtl="0" eaLnBrk="1" latinLnBrk="0" hangingPunct="1">
        <a:lnSpc>
          <a:spcPct val="90000"/>
        </a:lnSpc>
        <a:spcBef>
          <a:spcPts val="748"/>
        </a:spcBef>
        <a:buFont typeface="Arial" panose="020B0604020202020204" pitchFamily="34" charset="0"/>
        <a:buChar char="•"/>
        <a:defRPr sz="2095" kern="1200">
          <a:solidFill>
            <a:schemeClr val="tx1"/>
          </a:solidFill>
          <a:latin typeface="+mn-lt"/>
          <a:ea typeface="+mn-ea"/>
          <a:cs typeface="+mn-cs"/>
        </a:defRPr>
      </a:lvl1pPr>
      <a:lvl2pPr marL="513047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855078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496" kern="1200">
          <a:solidFill>
            <a:schemeClr val="tx1"/>
          </a:solidFill>
          <a:latin typeface="+mn-lt"/>
          <a:ea typeface="+mn-ea"/>
          <a:cs typeface="+mn-cs"/>
        </a:defRPr>
      </a:lvl3pPr>
      <a:lvl4pPr marL="1197110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539141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881172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223204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565235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907266" indent="-171016" algn="l" defTabSz="684063" rtl="0" eaLnBrk="1" latinLnBrk="0" hangingPunct="1">
        <a:lnSpc>
          <a:spcPct val="90000"/>
        </a:lnSpc>
        <a:spcBef>
          <a:spcPts val="374"/>
        </a:spcBef>
        <a:buFont typeface="Arial" panose="020B0604020202020204" pitchFamily="34" charset="0"/>
        <a:buChar char="•"/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1pPr>
      <a:lvl2pPr marL="34203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2pPr>
      <a:lvl3pPr marL="684063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3pPr>
      <a:lvl4pPr marL="1026094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4pPr>
      <a:lvl5pPr marL="1368125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5pPr>
      <a:lvl6pPr marL="1710157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6pPr>
      <a:lvl7pPr marL="2052188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7pPr>
      <a:lvl8pPr marL="2394219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8pPr>
      <a:lvl9pPr marL="2736251" algn="l" defTabSz="684063" rtl="0" eaLnBrk="1" latinLnBrk="0" hangingPunct="1">
        <a:defRPr sz="13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C5D276-9AB4-F008-B82C-E57EC135AAE5}"/>
              </a:ext>
            </a:extLst>
          </p:cNvPr>
          <p:cNvSpPr/>
          <p:nvPr/>
        </p:nvSpPr>
        <p:spPr>
          <a:xfrm>
            <a:off x="566057" y="478971"/>
            <a:ext cx="5733143" cy="39914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W"/>
          </a:p>
        </p:txBody>
      </p:sp>
    </p:spTree>
    <p:extLst>
      <p:ext uri="{BB962C8B-B14F-4D97-AF65-F5344CB8AC3E}">
        <p14:creationId xmlns:p14="http://schemas.microsoft.com/office/powerpoint/2010/main" val="4055888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3825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Sandra Alemayehu</dc:creator>
  <cp:lastModifiedBy>Sandra Alemayehu</cp:lastModifiedBy>
  <cp:revision>7</cp:revision>
  <dcterms:created xsi:type="dcterms:W3CDTF">2025-05-03T12:37:32Z</dcterms:created>
  <dcterms:modified xsi:type="dcterms:W3CDTF">2025-05-16T17:57:42Z</dcterms:modified>
</cp:coreProperties>
</file>